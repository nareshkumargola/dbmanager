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4" r:id="rId1"/>
  </p:sldMasterIdLst>
  <p:notesMasterIdLst>
    <p:notesMasterId r:id="rId48"/>
  </p:notesMasterIdLst>
  <p:sldIdLst>
    <p:sldId id="256" r:id="rId2"/>
    <p:sldId id="257" r:id="rId3"/>
    <p:sldId id="276" r:id="rId4"/>
    <p:sldId id="258" r:id="rId5"/>
    <p:sldId id="277" r:id="rId6"/>
    <p:sldId id="259" r:id="rId7"/>
    <p:sldId id="278" r:id="rId8"/>
    <p:sldId id="260" r:id="rId9"/>
    <p:sldId id="286" r:id="rId10"/>
    <p:sldId id="287" r:id="rId11"/>
    <p:sldId id="288" r:id="rId12"/>
    <p:sldId id="289" r:id="rId13"/>
    <p:sldId id="27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261" r:id="rId32"/>
    <p:sldId id="280" r:id="rId33"/>
    <p:sldId id="283" r:id="rId34"/>
    <p:sldId id="264" r:id="rId35"/>
    <p:sldId id="284" r:id="rId36"/>
    <p:sldId id="265" r:id="rId37"/>
    <p:sldId id="266" r:id="rId38"/>
    <p:sldId id="267" r:id="rId39"/>
    <p:sldId id="268" r:id="rId40"/>
    <p:sldId id="269" r:id="rId41"/>
    <p:sldId id="270" r:id="rId42"/>
    <p:sldId id="271" r:id="rId43"/>
    <p:sldId id="272" r:id="rId44"/>
    <p:sldId id="273" r:id="rId45"/>
    <p:sldId id="274" r:id="rId46"/>
    <p:sldId id="275" r:id="rId47"/>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D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6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l shakyavanshi" userId="b1d5ed2b6c30e88b" providerId="LiveId" clId="{50FC4353-05F8-4FB3-A348-E16DBFEEF5E4}"/>
    <pc:docChg chg="undo custSel addSld delSld modSld sldOrd">
      <pc:chgData name="Vishal shakyavanshi" userId="b1d5ed2b6c30e88b" providerId="LiveId" clId="{50FC4353-05F8-4FB3-A348-E16DBFEEF5E4}" dt="2026-10-03T06:53:05.644" v="2684" actId="14100"/>
      <pc:docMkLst>
        <pc:docMk/>
      </pc:docMkLst>
      <pc:sldChg chg="addSp delSp modSp mod">
        <pc:chgData name="Vishal shakyavanshi" userId="b1d5ed2b6c30e88b" providerId="LiveId" clId="{50FC4353-05F8-4FB3-A348-E16DBFEEF5E4}" dt="2026-10-01T16:51:52.558" v="1012" actId="14100"/>
        <pc:sldMkLst>
          <pc:docMk/>
          <pc:sldMk cId="0" sldId="256"/>
        </pc:sldMkLst>
        <pc:spChg chg="mod">
          <ac:chgData name="Vishal shakyavanshi" userId="b1d5ed2b6c30e88b" providerId="LiveId" clId="{50FC4353-05F8-4FB3-A348-E16DBFEEF5E4}" dt="2026-10-01T16:50:51.540" v="1007" actId="14100"/>
          <ac:spMkLst>
            <pc:docMk/>
            <pc:sldMk cId="0" sldId="256"/>
            <ac:spMk id="2" creationId="{00000000-0000-0000-0000-000000000000}"/>
          </ac:spMkLst>
        </pc:spChg>
        <pc:spChg chg="mod">
          <ac:chgData name="Vishal shakyavanshi" userId="b1d5ed2b6c30e88b" providerId="LiveId" clId="{50FC4353-05F8-4FB3-A348-E16DBFEEF5E4}" dt="2026-10-01T10:50:24.476" v="44" actId="14100"/>
          <ac:spMkLst>
            <pc:docMk/>
            <pc:sldMk cId="0" sldId="256"/>
            <ac:spMk id="3" creationId="{00000000-0000-0000-0000-000000000000}"/>
          </ac:spMkLst>
        </pc:spChg>
        <pc:spChg chg="mod">
          <ac:chgData name="Vishal shakyavanshi" userId="b1d5ed2b6c30e88b" providerId="LiveId" clId="{50FC4353-05F8-4FB3-A348-E16DBFEEF5E4}" dt="2026-10-01T16:51:19.351" v="1009" actId="1076"/>
          <ac:spMkLst>
            <pc:docMk/>
            <pc:sldMk cId="0" sldId="256"/>
            <ac:spMk id="4" creationId="{00000000-0000-0000-0000-000000000000}"/>
          </ac:spMkLst>
        </pc:spChg>
        <pc:spChg chg="mod">
          <ac:chgData name="Vishal shakyavanshi" userId="b1d5ed2b6c30e88b" providerId="LiveId" clId="{50FC4353-05F8-4FB3-A348-E16DBFEEF5E4}" dt="2026-10-01T16:51:34.094" v="1010" actId="1076"/>
          <ac:spMkLst>
            <pc:docMk/>
            <pc:sldMk cId="0" sldId="256"/>
            <ac:spMk id="5" creationId="{00000000-0000-0000-0000-000000000000}"/>
          </ac:spMkLst>
        </pc:spChg>
        <pc:spChg chg="mod">
          <ac:chgData name="Vishal shakyavanshi" userId="b1d5ed2b6c30e88b" providerId="LiveId" clId="{50FC4353-05F8-4FB3-A348-E16DBFEEF5E4}" dt="2026-10-01T10:51:06.936" v="50" actId="14100"/>
          <ac:spMkLst>
            <pc:docMk/>
            <pc:sldMk cId="0" sldId="256"/>
            <ac:spMk id="6" creationId="{00000000-0000-0000-0000-000000000000}"/>
          </ac:spMkLst>
        </pc:spChg>
        <pc:spChg chg="mod">
          <ac:chgData name="Vishal shakyavanshi" userId="b1d5ed2b6c30e88b" providerId="LiveId" clId="{50FC4353-05F8-4FB3-A348-E16DBFEEF5E4}" dt="2026-10-01T16:51:41.151" v="1011" actId="1076"/>
          <ac:spMkLst>
            <pc:docMk/>
            <pc:sldMk cId="0" sldId="256"/>
            <ac:spMk id="7" creationId="{00000000-0000-0000-0000-000000000000}"/>
          </ac:spMkLst>
        </pc:spChg>
        <pc:spChg chg="mod">
          <ac:chgData name="Vishal shakyavanshi" userId="b1d5ed2b6c30e88b" providerId="LiveId" clId="{50FC4353-05F8-4FB3-A348-E16DBFEEF5E4}" dt="2026-10-01T16:51:52.558" v="1012" actId="14100"/>
          <ac:spMkLst>
            <pc:docMk/>
            <pc:sldMk cId="0" sldId="256"/>
            <ac:spMk id="8" creationId="{00000000-0000-0000-0000-000000000000}"/>
          </ac:spMkLst>
        </pc:spChg>
        <pc:spChg chg="add del mod">
          <ac:chgData name="Vishal shakyavanshi" userId="b1d5ed2b6c30e88b" providerId="LiveId" clId="{50FC4353-05F8-4FB3-A348-E16DBFEEF5E4}" dt="2026-10-01T10:42:12.512" v="4"/>
          <ac:spMkLst>
            <pc:docMk/>
            <pc:sldMk cId="0" sldId="256"/>
            <ac:spMk id="9" creationId="{D31C3A26-47C4-4EF9-829E-509B8C50128E}"/>
          </ac:spMkLst>
        </pc:spChg>
        <pc:picChg chg="add mod">
          <ac:chgData name="Vishal shakyavanshi" userId="b1d5ed2b6c30e88b" providerId="LiveId" clId="{50FC4353-05F8-4FB3-A348-E16DBFEEF5E4}" dt="2026-10-01T10:50:16.493" v="43" actId="1076"/>
          <ac:picMkLst>
            <pc:docMk/>
            <pc:sldMk cId="0" sldId="256"/>
            <ac:picMk id="11" creationId="{DE42CAE8-485B-45A8-8AC6-8672692E5806}"/>
          </ac:picMkLst>
        </pc:picChg>
      </pc:sldChg>
      <pc:sldChg chg="delSp modSp mod">
        <pc:chgData name="Vishal shakyavanshi" userId="b1d5ed2b6c30e88b" providerId="LiveId" clId="{50FC4353-05F8-4FB3-A348-E16DBFEEF5E4}" dt="2026-10-02T05:17:09.137" v="1711" actId="14100"/>
        <pc:sldMkLst>
          <pc:docMk/>
          <pc:sldMk cId="0" sldId="257"/>
        </pc:sldMkLst>
        <pc:spChg chg="mod">
          <ac:chgData name="Vishal shakyavanshi" userId="b1d5ed2b6c30e88b" providerId="LiveId" clId="{50FC4353-05F8-4FB3-A348-E16DBFEEF5E4}" dt="2026-10-02T05:16:46.107" v="1706" actId="1076"/>
          <ac:spMkLst>
            <pc:docMk/>
            <pc:sldMk cId="0" sldId="257"/>
            <ac:spMk id="3" creationId="{00000000-0000-0000-0000-000000000000}"/>
          </ac:spMkLst>
        </pc:spChg>
        <pc:spChg chg="mod">
          <ac:chgData name="Vishal shakyavanshi" userId="b1d5ed2b6c30e88b" providerId="LiveId" clId="{50FC4353-05F8-4FB3-A348-E16DBFEEF5E4}" dt="2026-10-02T05:17:09.137" v="1711" actId="14100"/>
          <ac:spMkLst>
            <pc:docMk/>
            <pc:sldMk cId="0" sldId="257"/>
            <ac:spMk id="4" creationId="{00000000-0000-0000-0000-000000000000}"/>
          </ac:spMkLst>
        </pc:spChg>
        <pc:spChg chg="del mod">
          <ac:chgData name="Vishal shakyavanshi" userId="b1d5ed2b6c30e88b" providerId="LiveId" clId="{50FC4353-05F8-4FB3-A348-E16DBFEEF5E4}" dt="2026-10-02T05:16:51.493" v="1707" actId="21"/>
          <ac:spMkLst>
            <pc:docMk/>
            <pc:sldMk cId="0" sldId="257"/>
            <ac:spMk id="5" creationId="{00000000-0000-0000-0000-000000000000}"/>
          </ac:spMkLst>
        </pc:spChg>
        <pc:spChg chg="mod">
          <ac:chgData name="Vishal shakyavanshi" userId="b1d5ed2b6c30e88b" providerId="LiveId" clId="{50FC4353-05F8-4FB3-A348-E16DBFEEF5E4}" dt="2026-10-02T05:17:02.622" v="1709" actId="14100"/>
          <ac:spMkLst>
            <pc:docMk/>
            <pc:sldMk cId="0" sldId="257"/>
            <ac:spMk id="6" creationId="{00000000-0000-0000-0000-000000000000}"/>
          </ac:spMkLst>
        </pc:spChg>
        <pc:spChg chg="del">
          <ac:chgData name="Vishal shakyavanshi" userId="b1d5ed2b6c30e88b" providerId="LiveId" clId="{50FC4353-05F8-4FB3-A348-E16DBFEEF5E4}" dt="2026-10-01T10:44:46.155" v="15" actId="21"/>
          <ac:spMkLst>
            <pc:docMk/>
            <pc:sldMk cId="0" sldId="257"/>
            <ac:spMk id="7" creationId="{00000000-0000-0000-0000-000000000000}"/>
          </ac:spMkLst>
        </pc:spChg>
        <pc:spChg chg="mod">
          <ac:chgData name="Vishal shakyavanshi" userId="b1d5ed2b6c30e88b" providerId="LiveId" clId="{50FC4353-05F8-4FB3-A348-E16DBFEEF5E4}" dt="2026-10-01T10:45:48.254" v="23" actId="21"/>
          <ac:spMkLst>
            <pc:docMk/>
            <pc:sldMk cId="0" sldId="257"/>
            <ac:spMk id="8" creationId="{00000000-0000-0000-0000-000000000000}"/>
          </ac:spMkLst>
        </pc:spChg>
      </pc:sldChg>
      <pc:sldChg chg="addSp delSp modSp mod ord">
        <pc:chgData name="Vishal shakyavanshi" userId="b1d5ed2b6c30e88b" providerId="LiveId" clId="{50FC4353-05F8-4FB3-A348-E16DBFEEF5E4}" dt="2026-10-02T05:17:54.005" v="1716" actId="14100"/>
        <pc:sldMkLst>
          <pc:docMk/>
          <pc:sldMk cId="0" sldId="258"/>
        </pc:sldMkLst>
        <pc:spChg chg="mod">
          <ac:chgData name="Vishal shakyavanshi" userId="b1d5ed2b6c30e88b" providerId="LiveId" clId="{50FC4353-05F8-4FB3-A348-E16DBFEEF5E4}" dt="2026-10-01T11:08:00.098" v="151" actId="1076"/>
          <ac:spMkLst>
            <pc:docMk/>
            <pc:sldMk cId="0" sldId="258"/>
            <ac:spMk id="2" creationId="{00000000-0000-0000-0000-000000000000}"/>
          </ac:spMkLst>
        </pc:spChg>
        <pc:spChg chg="mod">
          <ac:chgData name="Vishal shakyavanshi" userId="b1d5ed2b6c30e88b" providerId="LiveId" clId="{50FC4353-05F8-4FB3-A348-E16DBFEEF5E4}" dt="2026-10-02T05:17:54.005" v="1716" actId="14100"/>
          <ac:spMkLst>
            <pc:docMk/>
            <pc:sldMk cId="0" sldId="258"/>
            <ac:spMk id="4" creationId="{00000000-0000-0000-0000-000000000000}"/>
          </ac:spMkLst>
        </pc:spChg>
        <pc:spChg chg="mod">
          <ac:chgData name="Vishal shakyavanshi" userId="b1d5ed2b6c30e88b" providerId="LiveId" clId="{50FC4353-05F8-4FB3-A348-E16DBFEEF5E4}" dt="2026-10-01T11:04:16.818" v="122" actId="14100"/>
          <ac:spMkLst>
            <pc:docMk/>
            <pc:sldMk cId="0" sldId="258"/>
            <ac:spMk id="5" creationId="{00000000-0000-0000-0000-000000000000}"/>
          </ac:spMkLst>
        </pc:spChg>
        <pc:spChg chg="mod">
          <ac:chgData name="Vishal shakyavanshi" userId="b1d5ed2b6c30e88b" providerId="LiveId" clId="{50FC4353-05F8-4FB3-A348-E16DBFEEF5E4}" dt="2026-10-01T11:07:14.301" v="149" actId="1076"/>
          <ac:spMkLst>
            <pc:docMk/>
            <pc:sldMk cId="0" sldId="258"/>
            <ac:spMk id="6" creationId="{00000000-0000-0000-0000-000000000000}"/>
          </ac:spMkLst>
        </pc:spChg>
        <pc:spChg chg="mod">
          <ac:chgData name="Vishal shakyavanshi" userId="b1d5ed2b6c30e88b" providerId="LiveId" clId="{50FC4353-05F8-4FB3-A348-E16DBFEEF5E4}" dt="2026-10-01T11:07:05.523" v="148" actId="1076"/>
          <ac:spMkLst>
            <pc:docMk/>
            <pc:sldMk cId="0" sldId="258"/>
            <ac:spMk id="7" creationId="{00000000-0000-0000-0000-000000000000}"/>
          </ac:spMkLst>
        </pc:spChg>
        <pc:spChg chg="mod">
          <ac:chgData name="Vishal shakyavanshi" userId="b1d5ed2b6c30e88b" providerId="LiveId" clId="{50FC4353-05F8-4FB3-A348-E16DBFEEF5E4}" dt="2026-10-01T11:05:58.870" v="136" actId="1076"/>
          <ac:spMkLst>
            <pc:docMk/>
            <pc:sldMk cId="0" sldId="258"/>
            <ac:spMk id="9" creationId="{00000000-0000-0000-0000-000000000000}"/>
          </ac:spMkLst>
        </pc:spChg>
        <pc:spChg chg="mod">
          <ac:chgData name="Vishal shakyavanshi" userId="b1d5ed2b6c30e88b" providerId="LiveId" clId="{50FC4353-05F8-4FB3-A348-E16DBFEEF5E4}" dt="2026-10-01T11:06:56.108" v="146" actId="1076"/>
          <ac:spMkLst>
            <pc:docMk/>
            <pc:sldMk cId="0" sldId="258"/>
            <ac:spMk id="10" creationId="{00000000-0000-0000-0000-000000000000}"/>
          </ac:spMkLst>
        </pc:spChg>
        <pc:spChg chg="mod">
          <ac:chgData name="Vishal shakyavanshi" userId="b1d5ed2b6c30e88b" providerId="LiveId" clId="{50FC4353-05F8-4FB3-A348-E16DBFEEF5E4}" dt="2026-10-01T11:06:59.971" v="147" actId="1076"/>
          <ac:spMkLst>
            <pc:docMk/>
            <pc:sldMk cId="0" sldId="258"/>
            <ac:spMk id="11" creationId="{00000000-0000-0000-0000-000000000000}"/>
          </ac:spMkLst>
        </pc:spChg>
        <pc:spChg chg="mod">
          <ac:chgData name="Vishal shakyavanshi" userId="b1d5ed2b6c30e88b" providerId="LiveId" clId="{50FC4353-05F8-4FB3-A348-E16DBFEEF5E4}" dt="2026-10-01T11:06:47.303" v="144" actId="14100"/>
          <ac:spMkLst>
            <pc:docMk/>
            <pc:sldMk cId="0" sldId="258"/>
            <ac:spMk id="12" creationId="{00000000-0000-0000-0000-000000000000}"/>
          </ac:spMkLst>
        </pc:spChg>
        <pc:spChg chg="mod">
          <ac:chgData name="Vishal shakyavanshi" userId="b1d5ed2b6c30e88b" providerId="LiveId" clId="{50FC4353-05F8-4FB3-A348-E16DBFEEF5E4}" dt="2026-10-01T11:05:42.797" v="134" actId="1076"/>
          <ac:spMkLst>
            <pc:docMk/>
            <pc:sldMk cId="0" sldId="258"/>
            <ac:spMk id="13" creationId="{00000000-0000-0000-0000-000000000000}"/>
          </ac:spMkLst>
        </pc:spChg>
        <pc:spChg chg="del mod">
          <ac:chgData name="Vishal shakyavanshi" userId="b1d5ed2b6c30e88b" providerId="LiveId" clId="{50FC4353-05F8-4FB3-A348-E16DBFEEF5E4}" dt="2026-10-01T11:01:38.149" v="94" actId="21"/>
          <ac:spMkLst>
            <pc:docMk/>
            <pc:sldMk cId="0" sldId="258"/>
            <ac:spMk id="14" creationId="{00000000-0000-0000-0000-000000000000}"/>
          </ac:spMkLst>
        </pc:spChg>
        <pc:spChg chg="del">
          <ac:chgData name="Vishal shakyavanshi" userId="b1d5ed2b6c30e88b" providerId="LiveId" clId="{50FC4353-05F8-4FB3-A348-E16DBFEEF5E4}" dt="2026-10-01T11:02:22.628" v="104" actId="21"/>
          <ac:spMkLst>
            <pc:docMk/>
            <pc:sldMk cId="0" sldId="258"/>
            <ac:spMk id="15" creationId="{00000000-0000-0000-0000-000000000000}"/>
          </ac:spMkLst>
        </pc:spChg>
        <pc:spChg chg="mod">
          <ac:chgData name="Vishal shakyavanshi" userId="b1d5ed2b6c30e88b" providerId="LiveId" clId="{50FC4353-05F8-4FB3-A348-E16DBFEEF5E4}" dt="2026-10-01T11:02:59.770" v="113" actId="21"/>
          <ac:spMkLst>
            <pc:docMk/>
            <pc:sldMk cId="0" sldId="258"/>
            <ac:spMk id="16" creationId="{00000000-0000-0000-0000-000000000000}"/>
          </ac:spMkLst>
        </pc:spChg>
        <pc:spChg chg="mod">
          <ac:chgData name="Vishal shakyavanshi" userId="b1d5ed2b6c30e88b" providerId="LiveId" clId="{50FC4353-05F8-4FB3-A348-E16DBFEEF5E4}" dt="2026-10-01T11:03:15.834" v="116" actId="21"/>
          <ac:spMkLst>
            <pc:docMk/>
            <pc:sldMk cId="0" sldId="258"/>
            <ac:spMk id="17" creationId="{00000000-0000-0000-0000-000000000000}"/>
          </ac:spMkLst>
        </pc:spChg>
        <pc:spChg chg="del">
          <ac:chgData name="Vishal shakyavanshi" userId="b1d5ed2b6c30e88b" providerId="LiveId" clId="{50FC4353-05F8-4FB3-A348-E16DBFEEF5E4}" dt="2026-10-01T10:58:19.694" v="71" actId="21"/>
          <ac:spMkLst>
            <pc:docMk/>
            <pc:sldMk cId="0" sldId="258"/>
            <ac:spMk id="18" creationId="{00000000-0000-0000-0000-000000000000}"/>
          </ac:spMkLst>
        </pc:spChg>
        <pc:spChg chg="del mod">
          <ac:chgData name="Vishal shakyavanshi" userId="b1d5ed2b6c30e88b" providerId="LiveId" clId="{50FC4353-05F8-4FB3-A348-E16DBFEEF5E4}" dt="2026-10-01T10:58:47.245" v="76" actId="21"/>
          <ac:spMkLst>
            <pc:docMk/>
            <pc:sldMk cId="0" sldId="258"/>
            <ac:spMk id="19" creationId="{00000000-0000-0000-0000-000000000000}"/>
          </ac:spMkLst>
        </pc:spChg>
        <pc:spChg chg="mod">
          <ac:chgData name="Vishal shakyavanshi" userId="b1d5ed2b6c30e88b" providerId="LiveId" clId="{50FC4353-05F8-4FB3-A348-E16DBFEEF5E4}" dt="2026-10-01T10:59:20.898" v="84" actId="21"/>
          <ac:spMkLst>
            <pc:docMk/>
            <pc:sldMk cId="0" sldId="258"/>
            <ac:spMk id="20" creationId="{00000000-0000-0000-0000-000000000000}"/>
          </ac:spMkLst>
        </pc:spChg>
        <pc:spChg chg="mod">
          <ac:chgData name="Vishal shakyavanshi" userId="b1d5ed2b6c30e88b" providerId="LiveId" clId="{50FC4353-05F8-4FB3-A348-E16DBFEEF5E4}" dt="2026-10-01T10:59:39.658" v="87" actId="21"/>
          <ac:spMkLst>
            <pc:docMk/>
            <pc:sldMk cId="0" sldId="258"/>
            <ac:spMk id="21" creationId="{00000000-0000-0000-0000-000000000000}"/>
          </ac:spMkLst>
        </pc:spChg>
        <pc:spChg chg="add del">
          <ac:chgData name="Vishal shakyavanshi" userId="b1d5ed2b6c30e88b" providerId="LiveId" clId="{50FC4353-05F8-4FB3-A348-E16DBFEEF5E4}" dt="2026-10-01T11:02:53.953" v="112" actId="22"/>
          <ac:spMkLst>
            <pc:docMk/>
            <pc:sldMk cId="0" sldId="258"/>
            <ac:spMk id="24" creationId="{904EE312-4FF4-4F5B-BEE9-C45B2706ABE3}"/>
          </ac:spMkLst>
        </pc:spChg>
      </pc:sldChg>
      <pc:sldChg chg="delSp modSp mod">
        <pc:chgData name="Vishal shakyavanshi" userId="b1d5ed2b6c30e88b" providerId="LiveId" clId="{50FC4353-05F8-4FB3-A348-E16DBFEEF5E4}" dt="2026-10-01T11:17:28.240" v="188" actId="1076"/>
        <pc:sldMkLst>
          <pc:docMk/>
          <pc:sldMk cId="0" sldId="259"/>
        </pc:sldMkLst>
        <pc:spChg chg="mod">
          <ac:chgData name="Vishal shakyavanshi" userId="b1d5ed2b6c30e88b" providerId="LiveId" clId="{50FC4353-05F8-4FB3-A348-E16DBFEEF5E4}" dt="2026-10-01T11:17:28.240" v="188" actId="1076"/>
          <ac:spMkLst>
            <pc:docMk/>
            <pc:sldMk cId="0" sldId="259"/>
            <ac:spMk id="2" creationId="{00000000-0000-0000-0000-000000000000}"/>
          </ac:spMkLst>
        </pc:spChg>
        <pc:spChg chg="mod">
          <ac:chgData name="Vishal shakyavanshi" userId="b1d5ed2b6c30e88b" providerId="LiveId" clId="{50FC4353-05F8-4FB3-A348-E16DBFEEF5E4}" dt="2026-10-01T11:17:20.745" v="187" actId="1076"/>
          <ac:spMkLst>
            <pc:docMk/>
            <pc:sldMk cId="0" sldId="259"/>
            <ac:spMk id="3" creationId="{00000000-0000-0000-0000-000000000000}"/>
          </ac:spMkLst>
        </pc:spChg>
        <pc:spChg chg="del">
          <ac:chgData name="Vishal shakyavanshi" userId="b1d5ed2b6c30e88b" providerId="LiveId" clId="{50FC4353-05F8-4FB3-A348-E16DBFEEF5E4}" dt="2026-10-01T11:13:02.269" v="170" actId="21"/>
          <ac:spMkLst>
            <pc:docMk/>
            <pc:sldMk cId="0" sldId="259"/>
            <ac:spMk id="5" creationId="{00000000-0000-0000-0000-000000000000}"/>
          </ac:spMkLst>
        </pc:spChg>
        <pc:spChg chg="mod">
          <ac:chgData name="Vishal shakyavanshi" userId="b1d5ed2b6c30e88b" providerId="LiveId" clId="{50FC4353-05F8-4FB3-A348-E16DBFEEF5E4}" dt="2026-10-01T11:16:53.745" v="185" actId="255"/>
          <ac:spMkLst>
            <pc:docMk/>
            <pc:sldMk cId="0" sldId="259"/>
            <ac:spMk id="6" creationId="{00000000-0000-0000-0000-000000000000}"/>
          </ac:spMkLst>
        </pc:spChg>
        <pc:spChg chg="mod">
          <ac:chgData name="Vishal shakyavanshi" userId="b1d5ed2b6c30e88b" providerId="LiveId" clId="{50FC4353-05F8-4FB3-A348-E16DBFEEF5E4}" dt="2026-10-01T11:16:20.073" v="182" actId="255"/>
          <ac:spMkLst>
            <pc:docMk/>
            <pc:sldMk cId="0" sldId="259"/>
            <ac:spMk id="7" creationId="{00000000-0000-0000-0000-000000000000}"/>
          </ac:spMkLst>
        </pc:spChg>
        <pc:spChg chg="del">
          <ac:chgData name="Vishal shakyavanshi" userId="b1d5ed2b6c30e88b" providerId="LiveId" clId="{50FC4353-05F8-4FB3-A348-E16DBFEEF5E4}" dt="2026-10-01T11:10:59.820" v="158" actId="21"/>
          <ac:spMkLst>
            <pc:docMk/>
            <pc:sldMk cId="0" sldId="259"/>
            <ac:spMk id="8" creationId="{00000000-0000-0000-0000-000000000000}"/>
          </ac:spMkLst>
        </pc:spChg>
        <pc:spChg chg="mod">
          <ac:chgData name="Vishal shakyavanshi" userId="b1d5ed2b6c30e88b" providerId="LiveId" clId="{50FC4353-05F8-4FB3-A348-E16DBFEEF5E4}" dt="2026-10-01T11:12:37.557" v="166" actId="21"/>
          <ac:spMkLst>
            <pc:docMk/>
            <pc:sldMk cId="0" sldId="259"/>
            <ac:spMk id="9" creationId="{00000000-0000-0000-0000-000000000000}"/>
          </ac:spMkLst>
        </pc:spChg>
        <pc:spChg chg="mod">
          <ac:chgData name="Vishal shakyavanshi" userId="b1d5ed2b6c30e88b" providerId="LiveId" clId="{50FC4353-05F8-4FB3-A348-E16DBFEEF5E4}" dt="2026-10-01T11:11:54.627" v="160" actId="21"/>
          <ac:spMkLst>
            <pc:docMk/>
            <pc:sldMk cId="0" sldId="259"/>
            <ac:spMk id="10" creationId="{00000000-0000-0000-0000-000000000000}"/>
          </ac:spMkLst>
        </pc:spChg>
      </pc:sldChg>
      <pc:sldChg chg="delSp modSp mod">
        <pc:chgData name="Vishal shakyavanshi" userId="b1d5ed2b6c30e88b" providerId="LiveId" clId="{50FC4353-05F8-4FB3-A348-E16DBFEEF5E4}" dt="2026-10-03T05:19:02.648" v="2215" actId="1038"/>
        <pc:sldMkLst>
          <pc:docMk/>
          <pc:sldMk cId="0" sldId="260"/>
        </pc:sldMkLst>
        <pc:spChg chg="mod">
          <ac:chgData name="Vishal shakyavanshi" userId="b1d5ed2b6c30e88b" providerId="LiveId" clId="{50FC4353-05F8-4FB3-A348-E16DBFEEF5E4}" dt="2026-10-01T11:19:37.483" v="195" actId="1076"/>
          <ac:spMkLst>
            <pc:docMk/>
            <pc:sldMk cId="0" sldId="260"/>
            <ac:spMk id="2" creationId="{00000000-0000-0000-0000-000000000000}"/>
          </ac:spMkLst>
        </pc:spChg>
        <pc:spChg chg="mod">
          <ac:chgData name="Vishal shakyavanshi" userId="b1d5ed2b6c30e88b" providerId="LiveId" clId="{50FC4353-05F8-4FB3-A348-E16DBFEEF5E4}" dt="2026-10-01T16:52:40.586" v="1013" actId="1076"/>
          <ac:spMkLst>
            <pc:docMk/>
            <pc:sldMk cId="0" sldId="260"/>
            <ac:spMk id="3" creationId="{00000000-0000-0000-0000-000000000000}"/>
          </ac:spMkLst>
        </pc:spChg>
        <pc:spChg chg="mod">
          <ac:chgData name="Vishal shakyavanshi" userId="b1d5ed2b6c30e88b" providerId="LiveId" clId="{50FC4353-05F8-4FB3-A348-E16DBFEEF5E4}" dt="2026-10-03T05:19:02.648" v="2215" actId="1038"/>
          <ac:spMkLst>
            <pc:docMk/>
            <pc:sldMk cId="0" sldId="260"/>
            <ac:spMk id="4" creationId="{00000000-0000-0000-0000-000000000000}"/>
          </ac:spMkLst>
        </pc:spChg>
        <pc:spChg chg="del mod">
          <ac:chgData name="Vishal shakyavanshi" userId="b1d5ed2b6c30e88b" providerId="LiveId" clId="{50FC4353-05F8-4FB3-A348-E16DBFEEF5E4}" dt="2026-10-01T11:18:53.868" v="191" actId="21"/>
          <ac:spMkLst>
            <pc:docMk/>
            <pc:sldMk cId="0" sldId="260"/>
            <ac:spMk id="5" creationId="{00000000-0000-0000-0000-000000000000}"/>
          </ac:spMkLst>
        </pc:spChg>
        <pc:spChg chg="mod">
          <ac:chgData name="Vishal shakyavanshi" userId="b1d5ed2b6c30e88b" providerId="LiveId" clId="{50FC4353-05F8-4FB3-A348-E16DBFEEF5E4}" dt="2026-10-01T11:20:00.648" v="196" actId="21"/>
          <ac:spMkLst>
            <pc:docMk/>
            <pc:sldMk cId="0" sldId="260"/>
            <ac:spMk id="7" creationId="{00000000-0000-0000-0000-000000000000}"/>
          </ac:spMkLst>
        </pc:spChg>
        <pc:spChg chg="mod">
          <ac:chgData name="Vishal shakyavanshi" userId="b1d5ed2b6c30e88b" providerId="LiveId" clId="{50FC4353-05F8-4FB3-A348-E16DBFEEF5E4}" dt="2026-10-01T11:20:12.702" v="198" actId="21"/>
          <ac:spMkLst>
            <pc:docMk/>
            <pc:sldMk cId="0" sldId="260"/>
            <ac:spMk id="8" creationId="{00000000-0000-0000-0000-000000000000}"/>
          </ac:spMkLst>
        </pc:spChg>
        <pc:spChg chg="mod">
          <ac:chgData name="Vishal shakyavanshi" userId="b1d5ed2b6c30e88b" providerId="LiveId" clId="{50FC4353-05F8-4FB3-A348-E16DBFEEF5E4}" dt="2026-10-01T11:20:29.140" v="201" actId="21"/>
          <ac:spMkLst>
            <pc:docMk/>
            <pc:sldMk cId="0" sldId="260"/>
            <ac:spMk id="9" creationId="{00000000-0000-0000-0000-000000000000}"/>
          </ac:spMkLst>
        </pc:spChg>
        <pc:spChg chg="mod">
          <ac:chgData name="Vishal shakyavanshi" userId="b1d5ed2b6c30e88b" providerId="LiveId" clId="{50FC4353-05F8-4FB3-A348-E16DBFEEF5E4}" dt="2026-10-01T11:22:26.637" v="212" actId="21"/>
          <ac:spMkLst>
            <pc:docMk/>
            <pc:sldMk cId="0" sldId="260"/>
            <ac:spMk id="10" creationId="{00000000-0000-0000-0000-000000000000}"/>
          </ac:spMkLst>
        </pc:spChg>
        <pc:spChg chg="mod">
          <ac:chgData name="Vishal shakyavanshi" userId="b1d5ed2b6c30e88b" providerId="LiveId" clId="{50FC4353-05F8-4FB3-A348-E16DBFEEF5E4}" dt="2026-10-01T11:22:59.027" v="215" actId="21"/>
          <ac:spMkLst>
            <pc:docMk/>
            <pc:sldMk cId="0" sldId="260"/>
            <ac:spMk id="11" creationId="{00000000-0000-0000-0000-000000000000}"/>
          </ac:spMkLst>
        </pc:spChg>
        <pc:spChg chg="mod">
          <ac:chgData name="Vishal shakyavanshi" userId="b1d5ed2b6c30e88b" providerId="LiveId" clId="{50FC4353-05F8-4FB3-A348-E16DBFEEF5E4}" dt="2026-10-01T11:36:10.193" v="263" actId="21"/>
          <ac:spMkLst>
            <pc:docMk/>
            <pc:sldMk cId="0" sldId="260"/>
            <ac:spMk id="12" creationId="{00000000-0000-0000-0000-000000000000}"/>
          </ac:spMkLst>
        </pc:spChg>
        <pc:spChg chg="mod">
          <ac:chgData name="Vishal shakyavanshi" userId="b1d5ed2b6c30e88b" providerId="LiveId" clId="{50FC4353-05F8-4FB3-A348-E16DBFEEF5E4}" dt="2026-10-01T11:36:23.108" v="266" actId="21"/>
          <ac:spMkLst>
            <pc:docMk/>
            <pc:sldMk cId="0" sldId="260"/>
            <ac:spMk id="13" creationId="{00000000-0000-0000-0000-000000000000}"/>
          </ac:spMkLst>
        </pc:spChg>
        <pc:spChg chg="mod">
          <ac:chgData name="Vishal shakyavanshi" userId="b1d5ed2b6c30e88b" providerId="LiveId" clId="{50FC4353-05F8-4FB3-A348-E16DBFEEF5E4}" dt="2026-10-01T17:59:52.711" v="1471" actId="20577"/>
          <ac:spMkLst>
            <pc:docMk/>
            <pc:sldMk cId="0" sldId="260"/>
            <ac:spMk id="14" creationId="{00000000-0000-0000-0000-000000000000}"/>
          </ac:spMkLst>
        </pc:spChg>
        <pc:graphicFrameChg chg="mod modGraphic">
          <ac:chgData name="Vishal shakyavanshi" userId="b1d5ed2b6c30e88b" providerId="LiveId" clId="{50FC4353-05F8-4FB3-A348-E16DBFEEF5E4}" dt="2026-10-01T16:54:01.012" v="1020" actId="14100"/>
          <ac:graphicFrameMkLst>
            <pc:docMk/>
            <pc:sldMk cId="0" sldId="260"/>
            <ac:graphicFrameMk id="6" creationId="{00000000-0000-0000-0000-000000000000}"/>
          </ac:graphicFrameMkLst>
        </pc:graphicFrameChg>
      </pc:sldChg>
      <pc:sldChg chg="delSp modSp add del mod">
        <pc:chgData name="Vishal shakyavanshi" userId="b1d5ed2b6c30e88b" providerId="LiveId" clId="{50FC4353-05F8-4FB3-A348-E16DBFEEF5E4}" dt="2026-10-03T05:29:46.819" v="2318" actId="14100"/>
        <pc:sldMkLst>
          <pc:docMk/>
          <pc:sldMk cId="0" sldId="261"/>
        </pc:sldMkLst>
        <pc:spChg chg="mod">
          <ac:chgData name="Vishal shakyavanshi" userId="b1d5ed2b6c30e88b" providerId="LiveId" clId="{50FC4353-05F8-4FB3-A348-E16DBFEEF5E4}" dt="2026-10-01T11:46:17.385" v="335" actId="21"/>
          <ac:spMkLst>
            <pc:docMk/>
            <pc:sldMk cId="0" sldId="261"/>
            <ac:spMk id="2" creationId="{00000000-0000-0000-0000-000000000000}"/>
          </ac:spMkLst>
        </pc:spChg>
        <pc:spChg chg="mod">
          <ac:chgData name="Vishal shakyavanshi" userId="b1d5ed2b6c30e88b" providerId="LiveId" clId="{50FC4353-05F8-4FB3-A348-E16DBFEEF5E4}" dt="2026-10-03T05:29:46.819" v="2318" actId="14100"/>
          <ac:spMkLst>
            <pc:docMk/>
            <pc:sldMk cId="0" sldId="261"/>
            <ac:spMk id="4" creationId="{00000000-0000-0000-0000-000000000000}"/>
          </ac:spMkLst>
        </pc:spChg>
        <pc:spChg chg="mod">
          <ac:chgData name="Vishal shakyavanshi" userId="b1d5ed2b6c30e88b" providerId="LiveId" clId="{50FC4353-05F8-4FB3-A348-E16DBFEEF5E4}" dt="2026-10-01T11:42:56.571" v="315" actId="21"/>
          <ac:spMkLst>
            <pc:docMk/>
            <pc:sldMk cId="0" sldId="261"/>
            <ac:spMk id="5" creationId="{00000000-0000-0000-0000-000000000000}"/>
          </ac:spMkLst>
        </pc:spChg>
        <pc:spChg chg="del">
          <ac:chgData name="Vishal shakyavanshi" userId="b1d5ed2b6c30e88b" providerId="LiveId" clId="{50FC4353-05F8-4FB3-A348-E16DBFEEF5E4}" dt="2026-10-01T11:42:02.041" v="304" actId="21"/>
          <ac:spMkLst>
            <pc:docMk/>
            <pc:sldMk cId="0" sldId="261"/>
            <ac:spMk id="6" creationId="{00000000-0000-0000-0000-000000000000}"/>
          </ac:spMkLst>
        </pc:spChg>
        <pc:spChg chg="mod">
          <ac:chgData name="Vishal shakyavanshi" userId="b1d5ed2b6c30e88b" providerId="LiveId" clId="{50FC4353-05F8-4FB3-A348-E16DBFEEF5E4}" dt="2026-10-01T11:43:48.057" v="323" actId="21"/>
          <ac:spMkLst>
            <pc:docMk/>
            <pc:sldMk cId="0" sldId="261"/>
            <ac:spMk id="8" creationId="{00000000-0000-0000-0000-000000000000}"/>
          </ac:spMkLst>
        </pc:spChg>
        <pc:graphicFrameChg chg="mod modGraphic">
          <ac:chgData name="Vishal shakyavanshi" userId="b1d5ed2b6c30e88b" providerId="LiveId" clId="{50FC4353-05F8-4FB3-A348-E16DBFEEF5E4}" dt="2026-10-01T11:46:04.804" v="333" actId="14734"/>
          <ac:graphicFrameMkLst>
            <pc:docMk/>
            <pc:sldMk cId="0" sldId="261"/>
            <ac:graphicFrameMk id="7" creationId="{00000000-0000-0000-0000-000000000000}"/>
          </ac:graphicFrameMkLst>
        </pc:graphicFrameChg>
      </pc:sldChg>
      <pc:sldChg chg="addSp delSp modSp del mod modShow">
        <pc:chgData name="Vishal shakyavanshi" userId="b1d5ed2b6c30e88b" providerId="LiveId" clId="{50FC4353-05F8-4FB3-A348-E16DBFEEF5E4}" dt="2026-10-03T06:48:32.784" v="2672" actId="2696"/>
        <pc:sldMkLst>
          <pc:docMk/>
          <pc:sldMk cId="0" sldId="262"/>
        </pc:sldMkLst>
        <pc:spChg chg="del mod">
          <ac:chgData name="Vishal shakyavanshi" userId="b1d5ed2b6c30e88b" providerId="LiveId" clId="{50FC4353-05F8-4FB3-A348-E16DBFEEF5E4}" dt="2026-10-02T13:32:01.941" v="2062" actId="478"/>
          <ac:spMkLst>
            <pc:docMk/>
            <pc:sldMk cId="0" sldId="262"/>
            <ac:spMk id="2" creationId="{00000000-0000-0000-0000-000000000000}"/>
          </ac:spMkLst>
        </pc:spChg>
        <pc:spChg chg="del mod">
          <ac:chgData name="Vishal shakyavanshi" userId="b1d5ed2b6c30e88b" providerId="LiveId" clId="{50FC4353-05F8-4FB3-A348-E16DBFEEF5E4}" dt="2026-10-02T13:32:01.941" v="2062" actId="478"/>
          <ac:spMkLst>
            <pc:docMk/>
            <pc:sldMk cId="0" sldId="262"/>
            <ac:spMk id="3" creationId="{00000000-0000-0000-0000-000000000000}"/>
          </ac:spMkLst>
        </pc:spChg>
        <pc:spChg chg="del mod">
          <ac:chgData name="Vishal shakyavanshi" userId="b1d5ed2b6c30e88b" providerId="LiveId" clId="{50FC4353-05F8-4FB3-A348-E16DBFEEF5E4}" dt="2026-10-02T13:32:01.941" v="2062" actId="478"/>
          <ac:spMkLst>
            <pc:docMk/>
            <pc:sldMk cId="0" sldId="262"/>
            <ac:spMk id="4" creationId="{00000000-0000-0000-0000-000000000000}"/>
          </ac:spMkLst>
        </pc:spChg>
        <pc:spChg chg="del mod">
          <ac:chgData name="Vishal shakyavanshi" userId="b1d5ed2b6c30e88b" providerId="LiveId" clId="{50FC4353-05F8-4FB3-A348-E16DBFEEF5E4}" dt="2026-10-02T13:32:01.941" v="2062" actId="478"/>
          <ac:spMkLst>
            <pc:docMk/>
            <pc:sldMk cId="0" sldId="262"/>
            <ac:spMk id="5" creationId="{00000000-0000-0000-0000-000000000000}"/>
          </ac:spMkLst>
        </pc:spChg>
        <pc:spChg chg="del mod">
          <ac:chgData name="Vishal shakyavanshi" userId="b1d5ed2b6c30e88b" providerId="LiveId" clId="{50FC4353-05F8-4FB3-A348-E16DBFEEF5E4}" dt="2026-10-02T13:32:01.941" v="2062" actId="478"/>
          <ac:spMkLst>
            <pc:docMk/>
            <pc:sldMk cId="0" sldId="262"/>
            <ac:spMk id="6" creationId="{00000000-0000-0000-0000-000000000000}"/>
          </ac:spMkLst>
        </pc:spChg>
        <pc:spChg chg="del mod">
          <ac:chgData name="Vishal shakyavanshi" userId="b1d5ed2b6c30e88b" providerId="LiveId" clId="{50FC4353-05F8-4FB3-A348-E16DBFEEF5E4}" dt="2026-10-02T13:32:01.941" v="2062" actId="478"/>
          <ac:spMkLst>
            <pc:docMk/>
            <pc:sldMk cId="0" sldId="262"/>
            <ac:spMk id="7" creationId="{00000000-0000-0000-0000-000000000000}"/>
          </ac:spMkLst>
        </pc:spChg>
        <pc:spChg chg="del mod">
          <ac:chgData name="Vishal shakyavanshi" userId="b1d5ed2b6c30e88b" providerId="LiveId" clId="{50FC4353-05F8-4FB3-A348-E16DBFEEF5E4}" dt="2026-10-02T13:32:01.941" v="2062" actId="478"/>
          <ac:spMkLst>
            <pc:docMk/>
            <pc:sldMk cId="0" sldId="262"/>
            <ac:spMk id="8" creationId="{00000000-0000-0000-0000-000000000000}"/>
          </ac:spMkLst>
        </pc:spChg>
        <pc:spChg chg="del mod">
          <ac:chgData name="Vishal shakyavanshi" userId="b1d5ed2b6c30e88b" providerId="LiveId" clId="{50FC4353-05F8-4FB3-A348-E16DBFEEF5E4}" dt="2026-10-02T13:32:01.941" v="2062" actId="478"/>
          <ac:spMkLst>
            <pc:docMk/>
            <pc:sldMk cId="0" sldId="262"/>
            <ac:spMk id="9" creationId="{00000000-0000-0000-0000-000000000000}"/>
          </ac:spMkLst>
        </pc:spChg>
        <pc:spChg chg="del mod">
          <ac:chgData name="Vishal shakyavanshi" userId="b1d5ed2b6c30e88b" providerId="LiveId" clId="{50FC4353-05F8-4FB3-A348-E16DBFEEF5E4}" dt="2026-10-02T13:32:01.941" v="2062" actId="478"/>
          <ac:spMkLst>
            <pc:docMk/>
            <pc:sldMk cId="0" sldId="262"/>
            <ac:spMk id="10" creationId="{00000000-0000-0000-0000-000000000000}"/>
          </ac:spMkLst>
        </pc:spChg>
        <pc:spChg chg="del mod">
          <ac:chgData name="Vishal shakyavanshi" userId="b1d5ed2b6c30e88b" providerId="LiveId" clId="{50FC4353-05F8-4FB3-A348-E16DBFEEF5E4}" dt="2026-10-02T13:32:01.941" v="2062" actId="478"/>
          <ac:spMkLst>
            <pc:docMk/>
            <pc:sldMk cId="0" sldId="262"/>
            <ac:spMk id="11" creationId="{00000000-0000-0000-0000-000000000000}"/>
          </ac:spMkLst>
        </pc:spChg>
        <pc:spChg chg="del mod">
          <ac:chgData name="Vishal shakyavanshi" userId="b1d5ed2b6c30e88b" providerId="LiveId" clId="{50FC4353-05F8-4FB3-A348-E16DBFEEF5E4}" dt="2026-10-02T13:32:01.941" v="2062" actId="478"/>
          <ac:spMkLst>
            <pc:docMk/>
            <pc:sldMk cId="0" sldId="262"/>
            <ac:spMk id="12" creationId="{00000000-0000-0000-0000-000000000000}"/>
          </ac:spMkLst>
        </pc:spChg>
        <pc:spChg chg="del mod">
          <ac:chgData name="Vishal shakyavanshi" userId="b1d5ed2b6c30e88b" providerId="LiveId" clId="{50FC4353-05F8-4FB3-A348-E16DBFEEF5E4}" dt="2026-10-02T13:32:01.941" v="2062" actId="478"/>
          <ac:spMkLst>
            <pc:docMk/>
            <pc:sldMk cId="0" sldId="262"/>
            <ac:spMk id="13" creationId="{00000000-0000-0000-0000-000000000000}"/>
          </ac:spMkLst>
        </pc:spChg>
        <pc:spChg chg="del mod">
          <ac:chgData name="Vishal shakyavanshi" userId="b1d5ed2b6c30e88b" providerId="LiveId" clId="{50FC4353-05F8-4FB3-A348-E16DBFEEF5E4}" dt="2026-10-02T13:32:01.941" v="2062" actId="478"/>
          <ac:spMkLst>
            <pc:docMk/>
            <pc:sldMk cId="0" sldId="262"/>
            <ac:spMk id="14" creationId="{00000000-0000-0000-0000-000000000000}"/>
          </ac:spMkLst>
        </pc:spChg>
        <pc:spChg chg="del mod">
          <ac:chgData name="Vishal shakyavanshi" userId="b1d5ed2b6c30e88b" providerId="LiveId" clId="{50FC4353-05F8-4FB3-A348-E16DBFEEF5E4}" dt="2026-10-02T13:32:01.941" v="2062" actId="478"/>
          <ac:spMkLst>
            <pc:docMk/>
            <pc:sldMk cId="0" sldId="262"/>
            <ac:spMk id="15" creationId="{00000000-0000-0000-0000-000000000000}"/>
          </ac:spMkLst>
        </pc:spChg>
        <pc:spChg chg="del mod">
          <ac:chgData name="Vishal shakyavanshi" userId="b1d5ed2b6c30e88b" providerId="LiveId" clId="{50FC4353-05F8-4FB3-A348-E16DBFEEF5E4}" dt="2026-10-02T13:32:01.941" v="2062" actId="478"/>
          <ac:spMkLst>
            <pc:docMk/>
            <pc:sldMk cId="0" sldId="262"/>
            <ac:spMk id="16" creationId="{00000000-0000-0000-0000-000000000000}"/>
          </ac:spMkLst>
        </pc:spChg>
        <pc:spChg chg="del">
          <ac:chgData name="Vishal shakyavanshi" userId="b1d5ed2b6c30e88b" providerId="LiveId" clId="{50FC4353-05F8-4FB3-A348-E16DBFEEF5E4}" dt="2026-10-01T11:55:07.331" v="348" actId="21"/>
          <ac:spMkLst>
            <pc:docMk/>
            <pc:sldMk cId="0" sldId="262"/>
            <ac:spMk id="17" creationId="{00000000-0000-0000-0000-000000000000}"/>
          </ac:spMkLst>
        </pc:spChg>
        <pc:spChg chg="del mod">
          <ac:chgData name="Vishal shakyavanshi" userId="b1d5ed2b6c30e88b" providerId="LiveId" clId="{50FC4353-05F8-4FB3-A348-E16DBFEEF5E4}" dt="2026-10-02T13:32:01.941" v="2062" actId="478"/>
          <ac:spMkLst>
            <pc:docMk/>
            <pc:sldMk cId="0" sldId="262"/>
            <ac:spMk id="18" creationId="{00000000-0000-0000-0000-000000000000}"/>
          </ac:spMkLst>
        </pc:spChg>
        <pc:spChg chg="del mod">
          <ac:chgData name="Vishal shakyavanshi" userId="b1d5ed2b6c30e88b" providerId="LiveId" clId="{50FC4353-05F8-4FB3-A348-E16DBFEEF5E4}" dt="2026-10-02T13:32:01.941" v="2062" actId="478"/>
          <ac:spMkLst>
            <pc:docMk/>
            <pc:sldMk cId="0" sldId="262"/>
            <ac:spMk id="19" creationId="{00000000-0000-0000-0000-000000000000}"/>
          </ac:spMkLst>
        </pc:spChg>
        <pc:spChg chg="del mod">
          <ac:chgData name="Vishal shakyavanshi" userId="b1d5ed2b6c30e88b" providerId="LiveId" clId="{50FC4353-05F8-4FB3-A348-E16DBFEEF5E4}" dt="2026-10-02T13:32:01.941" v="2062" actId="478"/>
          <ac:spMkLst>
            <pc:docMk/>
            <pc:sldMk cId="0" sldId="262"/>
            <ac:spMk id="20" creationId="{00000000-0000-0000-0000-000000000000}"/>
          </ac:spMkLst>
        </pc:spChg>
        <pc:spChg chg="del mod">
          <ac:chgData name="Vishal shakyavanshi" userId="b1d5ed2b6c30e88b" providerId="LiveId" clId="{50FC4353-05F8-4FB3-A348-E16DBFEEF5E4}" dt="2026-10-01T12:00:22.382" v="386" actId="21"/>
          <ac:spMkLst>
            <pc:docMk/>
            <pc:sldMk cId="0" sldId="262"/>
            <ac:spMk id="21" creationId="{00000000-0000-0000-0000-000000000000}"/>
          </ac:spMkLst>
        </pc:spChg>
        <pc:spChg chg="del mod">
          <ac:chgData name="Vishal shakyavanshi" userId="b1d5ed2b6c30e88b" providerId="LiveId" clId="{50FC4353-05F8-4FB3-A348-E16DBFEEF5E4}" dt="2026-10-02T13:32:01.941" v="2062" actId="478"/>
          <ac:spMkLst>
            <pc:docMk/>
            <pc:sldMk cId="0" sldId="262"/>
            <ac:spMk id="22" creationId="{00000000-0000-0000-0000-000000000000}"/>
          </ac:spMkLst>
        </pc:spChg>
        <pc:spChg chg="del mod">
          <ac:chgData name="Vishal shakyavanshi" userId="b1d5ed2b6c30e88b" providerId="LiveId" clId="{50FC4353-05F8-4FB3-A348-E16DBFEEF5E4}" dt="2026-10-02T13:32:01.941" v="2062" actId="478"/>
          <ac:spMkLst>
            <pc:docMk/>
            <pc:sldMk cId="0" sldId="262"/>
            <ac:spMk id="23" creationId="{00000000-0000-0000-0000-000000000000}"/>
          </ac:spMkLst>
        </pc:spChg>
        <pc:spChg chg="del mod">
          <ac:chgData name="Vishal shakyavanshi" userId="b1d5ed2b6c30e88b" providerId="LiveId" clId="{50FC4353-05F8-4FB3-A348-E16DBFEEF5E4}" dt="2026-10-02T13:32:01.941" v="2062" actId="478"/>
          <ac:spMkLst>
            <pc:docMk/>
            <pc:sldMk cId="0" sldId="262"/>
            <ac:spMk id="24" creationId="{00000000-0000-0000-0000-000000000000}"/>
          </ac:spMkLst>
        </pc:spChg>
        <pc:spChg chg="del">
          <ac:chgData name="Vishal shakyavanshi" userId="b1d5ed2b6c30e88b" providerId="LiveId" clId="{50FC4353-05F8-4FB3-A348-E16DBFEEF5E4}" dt="2026-10-01T12:02:06.267" v="405" actId="21"/>
          <ac:spMkLst>
            <pc:docMk/>
            <pc:sldMk cId="0" sldId="262"/>
            <ac:spMk id="25" creationId="{00000000-0000-0000-0000-000000000000}"/>
          </ac:spMkLst>
        </pc:spChg>
        <pc:spChg chg="del mod">
          <ac:chgData name="Vishal shakyavanshi" userId="b1d5ed2b6c30e88b" providerId="LiveId" clId="{50FC4353-05F8-4FB3-A348-E16DBFEEF5E4}" dt="2026-10-02T13:32:01.941" v="2062" actId="478"/>
          <ac:spMkLst>
            <pc:docMk/>
            <pc:sldMk cId="0" sldId="262"/>
            <ac:spMk id="26" creationId="{00000000-0000-0000-0000-000000000000}"/>
          </ac:spMkLst>
        </pc:spChg>
        <pc:spChg chg="del mod">
          <ac:chgData name="Vishal shakyavanshi" userId="b1d5ed2b6c30e88b" providerId="LiveId" clId="{50FC4353-05F8-4FB3-A348-E16DBFEEF5E4}" dt="2026-10-02T13:32:01.941" v="2062" actId="478"/>
          <ac:spMkLst>
            <pc:docMk/>
            <pc:sldMk cId="0" sldId="262"/>
            <ac:spMk id="27" creationId="{00000000-0000-0000-0000-000000000000}"/>
          </ac:spMkLst>
        </pc:spChg>
        <pc:spChg chg="del mod">
          <ac:chgData name="Vishal shakyavanshi" userId="b1d5ed2b6c30e88b" providerId="LiveId" clId="{50FC4353-05F8-4FB3-A348-E16DBFEEF5E4}" dt="2026-10-02T13:32:01.941" v="2062" actId="478"/>
          <ac:spMkLst>
            <pc:docMk/>
            <pc:sldMk cId="0" sldId="262"/>
            <ac:spMk id="28" creationId="{00000000-0000-0000-0000-000000000000}"/>
          </ac:spMkLst>
        </pc:spChg>
        <pc:spChg chg="del mod">
          <ac:chgData name="Vishal shakyavanshi" userId="b1d5ed2b6c30e88b" providerId="LiveId" clId="{50FC4353-05F8-4FB3-A348-E16DBFEEF5E4}" dt="2026-10-01T12:50:48.852" v="524" actId="21"/>
          <ac:spMkLst>
            <pc:docMk/>
            <pc:sldMk cId="0" sldId="262"/>
            <ac:spMk id="29" creationId="{00000000-0000-0000-0000-000000000000}"/>
          </ac:spMkLst>
        </pc:spChg>
        <pc:spChg chg="del mod">
          <ac:chgData name="Vishal shakyavanshi" userId="b1d5ed2b6c30e88b" providerId="LiveId" clId="{50FC4353-05F8-4FB3-A348-E16DBFEEF5E4}" dt="2026-10-02T13:32:01.941" v="2062" actId="478"/>
          <ac:spMkLst>
            <pc:docMk/>
            <pc:sldMk cId="0" sldId="262"/>
            <ac:spMk id="30" creationId="{00000000-0000-0000-0000-000000000000}"/>
          </ac:spMkLst>
        </pc:spChg>
        <pc:spChg chg="del mod">
          <ac:chgData name="Vishal shakyavanshi" userId="b1d5ed2b6c30e88b" providerId="LiveId" clId="{50FC4353-05F8-4FB3-A348-E16DBFEEF5E4}" dt="2026-10-02T13:32:01.941" v="2062" actId="478"/>
          <ac:spMkLst>
            <pc:docMk/>
            <pc:sldMk cId="0" sldId="262"/>
            <ac:spMk id="31" creationId="{00000000-0000-0000-0000-000000000000}"/>
          </ac:spMkLst>
        </pc:spChg>
        <pc:spChg chg="del mod">
          <ac:chgData name="Vishal shakyavanshi" userId="b1d5ed2b6c30e88b" providerId="LiveId" clId="{50FC4353-05F8-4FB3-A348-E16DBFEEF5E4}" dt="2026-10-02T13:32:01.941" v="2062" actId="478"/>
          <ac:spMkLst>
            <pc:docMk/>
            <pc:sldMk cId="0" sldId="262"/>
            <ac:spMk id="32" creationId="{00000000-0000-0000-0000-000000000000}"/>
          </ac:spMkLst>
        </pc:spChg>
        <pc:spChg chg="del">
          <ac:chgData name="Vishal shakyavanshi" userId="b1d5ed2b6c30e88b" providerId="LiveId" clId="{50FC4353-05F8-4FB3-A348-E16DBFEEF5E4}" dt="2026-10-01T12:52:00.224" v="537" actId="21"/>
          <ac:spMkLst>
            <pc:docMk/>
            <pc:sldMk cId="0" sldId="262"/>
            <ac:spMk id="33" creationId="{00000000-0000-0000-0000-000000000000}"/>
          </ac:spMkLst>
        </pc:spChg>
        <pc:spChg chg="del mod">
          <ac:chgData name="Vishal shakyavanshi" userId="b1d5ed2b6c30e88b" providerId="LiveId" clId="{50FC4353-05F8-4FB3-A348-E16DBFEEF5E4}" dt="2026-10-02T13:32:01.941" v="2062" actId="478"/>
          <ac:spMkLst>
            <pc:docMk/>
            <pc:sldMk cId="0" sldId="262"/>
            <ac:spMk id="34" creationId="{00000000-0000-0000-0000-000000000000}"/>
          </ac:spMkLst>
        </pc:spChg>
        <pc:spChg chg="del mod">
          <ac:chgData name="Vishal shakyavanshi" userId="b1d5ed2b6c30e88b" providerId="LiveId" clId="{50FC4353-05F8-4FB3-A348-E16DBFEEF5E4}" dt="2026-10-02T13:32:01.941" v="2062" actId="478"/>
          <ac:spMkLst>
            <pc:docMk/>
            <pc:sldMk cId="0" sldId="262"/>
            <ac:spMk id="35" creationId="{00000000-0000-0000-0000-000000000000}"/>
          </ac:spMkLst>
        </pc:spChg>
        <pc:spChg chg="del mod">
          <ac:chgData name="Vishal shakyavanshi" userId="b1d5ed2b6c30e88b" providerId="LiveId" clId="{50FC4353-05F8-4FB3-A348-E16DBFEEF5E4}" dt="2026-10-02T13:32:01.941" v="2062" actId="478"/>
          <ac:spMkLst>
            <pc:docMk/>
            <pc:sldMk cId="0" sldId="262"/>
            <ac:spMk id="36" creationId="{00000000-0000-0000-0000-000000000000}"/>
          </ac:spMkLst>
        </pc:spChg>
        <pc:spChg chg="del">
          <ac:chgData name="Vishal shakyavanshi" userId="b1d5ed2b6c30e88b" providerId="LiveId" clId="{50FC4353-05F8-4FB3-A348-E16DBFEEF5E4}" dt="2026-10-01T12:56:57.732" v="603" actId="21"/>
          <ac:spMkLst>
            <pc:docMk/>
            <pc:sldMk cId="0" sldId="262"/>
            <ac:spMk id="37" creationId="{00000000-0000-0000-0000-000000000000}"/>
          </ac:spMkLst>
        </pc:spChg>
        <pc:spChg chg="del mod">
          <ac:chgData name="Vishal shakyavanshi" userId="b1d5ed2b6c30e88b" providerId="LiveId" clId="{50FC4353-05F8-4FB3-A348-E16DBFEEF5E4}" dt="2026-10-02T13:32:01.941" v="2062" actId="478"/>
          <ac:spMkLst>
            <pc:docMk/>
            <pc:sldMk cId="0" sldId="262"/>
            <ac:spMk id="38" creationId="{00000000-0000-0000-0000-000000000000}"/>
          </ac:spMkLst>
        </pc:spChg>
        <pc:spChg chg="del mod">
          <ac:chgData name="Vishal shakyavanshi" userId="b1d5ed2b6c30e88b" providerId="LiveId" clId="{50FC4353-05F8-4FB3-A348-E16DBFEEF5E4}" dt="2026-10-02T13:32:01.941" v="2062" actId="478"/>
          <ac:spMkLst>
            <pc:docMk/>
            <pc:sldMk cId="0" sldId="262"/>
            <ac:spMk id="39" creationId="{00000000-0000-0000-0000-000000000000}"/>
          </ac:spMkLst>
        </pc:spChg>
        <pc:spChg chg="del mod">
          <ac:chgData name="Vishal shakyavanshi" userId="b1d5ed2b6c30e88b" providerId="LiveId" clId="{50FC4353-05F8-4FB3-A348-E16DBFEEF5E4}" dt="2026-10-02T13:32:01.941" v="2062" actId="478"/>
          <ac:spMkLst>
            <pc:docMk/>
            <pc:sldMk cId="0" sldId="262"/>
            <ac:spMk id="40" creationId="{00000000-0000-0000-0000-000000000000}"/>
          </ac:spMkLst>
        </pc:spChg>
        <pc:spChg chg="del">
          <ac:chgData name="Vishal shakyavanshi" userId="b1d5ed2b6c30e88b" providerId="LiveId" clId="{50FC4353-05F8-4FB3-A348-E16DBFEEF5E4}" dt="2026-10-01T13:01:35.416" v="639" actId="21"/>
          <ac:spMkLst>
            <pc:docMk/>
            <pc:sldMk cId="0" sldId="262"/>
            <ac:spMk id="41" creationId="{00000000-0000-0000-0000-000000000000}"/>
          </ac:spMkLst>
        </pc:spChg>
        <pc:spChg chg="del mod">
          <ac:chgData name="Vishal shakyavanshi" userId="b1d5ed2b6c30e88b" providerId="LiveId" clId="{50FC4353-05F8-4FB3-A348-E16DBFEEF5E4}" dt="2026-10-02T13:32:01.941" v="2062" actId="478"/>
          <ac:spMkLst>
            <pc:docMk/>
            <pc:sldMk cId="0" sldId="262"/>
            <ac:spMk id="42" creationId="{00000000-0000-0000-0000-000000000000}"/>
          </ac:spMkLst>
        </pc:spChg>
        <pc:spChg chg="del mod">
          <ac:chgData name="Vishal shakyavanshi" userId="b1d5ed2b6c30e88b" providerId="LiveId" clId="{50FC4353-05F8-4FB3-A348-E16DBFEEF5E4}" dt="2026-10-02T13:32:01.941" v="2062" actId="478"/>
          <ac:spMkLst>
            <pc:docMk/>
            <pc:sldMk cId="0" sldId="262"/>
            <ac:spMk id="43" creationId="{00000000-0000-0000-0000-000000000000}"/>
          </ac:spMkLst>
        </pc:spChg>
        <pc:spChg chg="del mod">
          <ac:chgData name="Vishal shakyavanshi" userId="b1d5ed2b6c30e88b" providerId="LiveId" clId="{50FC4353-05F8-4FB3-A348-E16DBFEEF5E4}" dt="2026-10-02T13:32:01.941" v="2062" actId="478"/>
          <ac:spMkLst>
            <pc:docMk/>
            <pc:sldMk cId="0" sldId="262"/>
            <ac:spMk id="44" creationId="{00000000-0000-0000-0000-000000000000}"/>
          </ac:spMkLst>
        </pc:spChg>
        <pc:spChg chg="del">
          <ac:chgData name="Vishal shakyavanshi" userId="b1d5ed2b6c30e88b" providerId="LiveId" clId="{50FC4353-05F8-4FB3-A348-E16DBFEEF5E4}" dt="2026-10-02T13:32:01.941" v="2062" actId="478"/>
          <ac:spMkLst>
            <pc:docMk/>
            <pc:sldMk cId="0" sldId="262"/>
            <ac:spMk id="45" creationId="{00000000-0000-0000-0000-000000000000}"/>
          </ac:spMkLst>
        </pc:spChg>
        <pc:picChg chg="add del mod">
          <ac:chgData name="Vishal shakyavanshi" userId="b1d5ed2b6c30e88b" providerId="LiveId" clId="{50FC4353-05F8-4FB3-A348-E16DBFEEF5E4}" dt="2026-10-02T13:32:01.941" v="2062" actId="478"/>
          <ac:picMkLst>
            <pc:docMk/>
            <pc:sldMk cId="0" sldId="262"/>
            <ac:picMk id="47" creationId="{F568B850-17C3-4CA1-B6C5-CEDC9C7BDC7B}"/>
          </ac:picMkLst>
        </pc:picChg>
        <pc:picChg chg="add del mod">
          <ac:chgData name="Vishal shakyavanshi" userId="b1d5ed2b6c30e88b" providerId="LiveId" clId="{50FC4353-05F8-4FB3-A348-E16DBFEEF5E4}" dt="2026-10-01T12:46:10.683" v="520" actId="21"/>
          <ac:picMkLst>
            <pc:docMk/>
            <pc:sldMk cId="0" sldId="262"/>
            <ac:picMk id="49" creationId="{A8298EA1-8E09-4A79-9A45-3A9CF3FD50ED}"/>
          </ac:picMkLst>
        </pc:picChg>
        <pc:picChg chg="add del mod">
          <ac:chgData name="Vishal shakyavanshi" userId="b1d5ed2b6c30e88b" providerId="LiveId" clId="{50FC4353-05F8-4FB3-A348-E16DBFEEF5E4}" dt="2026-10-01T13:05:51.778" v="684" actId="21"/>
          <ac:picMkLst>
            <pc:docMk/>
            <pc:sldMk cId="0" sldId="262"/>
            <ac:picMk id="51" creationId="{34493404-DFF4-4BAB-A038-3D5D833DAEA2}"/>
          </ac:picMkLst>
        </pc:picChg>
        <pc:picChg chg="add del mod">
          <ac:chgData name="Vishal shakyavanshi" userId="b1d5ed2b6c30e88b" providerId="LiveId" clId="{50FC4353-05F8-4FB3-A348-E16DBFEEF5E4}" dt="2026-10-02T13:32:01.941" v="2062" actId="478"/>
          <ac:picMkLst>
            <pc:docMk/>
            <pc:sldMk cId="0" sldId="262"/>
            <ac:picMk id="53" creationId="{4553350F-E140-4357-B4A9-DCD415B90D62}"/>
          </ac:picMkLst>
        </pc:picChg>
      </pc:sldChg>
      <pc:sldChg chg="delSp modSp del mod">
        <pc:chgData name="Vishal shakyavanshi" userId="b1d5ed2b6c30e88b" providerId="LiveId" clId="{50FC4353-05F8-4FB3-A348-E16DBFEEF5E4}" dt="2026-10-03T06:48:58.702" v="2675" actId="2696"/>
        <pc:sldMkLst>
          <pc:docMk/>
          <pc:sldMk cId="0" sldId="263"/>
        </pc:sldMkLst>
        <pc:spChg chg="mod">
          <ac:chgData name="Vishal shakyavanshi" userId="b1d5ed2b6c30e88b" providerId="LiveId" clId="{50FC4353-05F8-4FB3-A348-E16DBFEEF5E4}" dt="2026-10-01T13:19:57.796" v="773" actId="1076"/>
          <ac:spMkLst>
            <pc:docMk/>
            <pc:sldMk cId="0" sldId="263"/>
            <ac:spMk id="2" creationId="{00000000-0000-0000-0000-000000000000}"/>
          </ac:spMkLst>
        </pc:spChg>
        <pc:spChg chg="mod">
          <ac:chgData name="Vishal shakyavanshi" userId="b1d5ed2b6c30e88b" providerId="LiveId" clId="{50FC4353-05F8-4FB3-A348-E16DBFEEF5E4}" dt="2026-10-01T13:22:15.596" v="790" actId="1076"/>
          <ac:spMkLst>
            <pc:docMk/>
            <pc:sldMk cId="0" sldId="263"/>
            <ac:spMk id="3" creationId="{00000000-0000-0000-0000-000000000000}"/>
          </ac:spMkLst>
        </pc:spChg>
        <pc:spChg chg="mod">
          <ac:chgData name="Vishal shakyavanshi" userId="b1d5ed2b6c30e88b" providerId="LiveId" clId="{50FC4353-05F8-4FB3-A348-E16DBFEEF5E4}" dt="2026-10-01T13:22:37.240" v="793" actId="1076"/>
          <ac:spMkLst>
            <pc:docMk/>
            <pc:sldMk cId="0" sldId="263"/>
            <ac:spMk id="4" creationId="{00000000-0000-0000-0000-000000000000}"/>
          </ac:spMkLst>
        </pc:spChg>
        <pc:spChg chg="del mod">
          <ac:chgData name="Vishal shakyavanshi" userId="b1d5ed2b6c30e88b" providerId="LiveId" clId="{50FC4353-05F8-4FB3-A348-E16DBFEEF5E4}" dt="2026-10-01T13:17:42.207" v="749" actId="21"/>
          <ac:spMkLst>
            <pc:docMk/>
            <pc:sldMk cId="0" sldId="263"/>
            <ac:spMk id="5" creationId="{00000000-0000-0000-0000-000000000000}"/>
          </ac:spMkLst>
        </pc:spChg>
        <pc:spChg chg="mod">
          <ac:chgData name="Vishal shakyavanshi" userId="b1d5ed2b6c30e88b" providerId="LiveId" clId="{50FC4353-05F8-4FB3-A348-E16DBFEEF5E4}" dt="2026-10-01T13:22:31.558" v="792" actId="1076"/>
          <ac:spMkLst>
            <pc:docMk/>
            <pc:sldMk cId="0" sldId="263"/>
            <ac:spMk id="6" creationId="{00000000-0000-0000-0000-000000000000}"/>
          </ac:spMkLst>
        </pc:spChg>
        <pc:spChg chg="mod">
          <ac:chgData name="Vishal shakyavanshi" userId="b1d5ed2b6c30e88b" providerId="LiveId" clId="{50FC4353-05F8-4FB3-A348-E16DBFEEF5E4}" dt="2026-10-01T13:22:25.727" v="791" actId="1076"/>
          <ac:spMkLst>
            <pc:docMk/>
            <pc:sldMk cId="0" sldId="263"/>
            <ac:spMk id="7" creationId="{00000000-0000-0000-0000-000000000000}"/>
          </ac:spMkLst>
        </pc:spChg>
        <pc:spChg chg="del mod">
          <ac:chgData name="Vishal shakyavanshi" userId="b1d5ed2b6c30e88b" providerId="LiveId" clId="{50FC4353-05F8-4FB3-A348-E16DBFEEF5E4}" dt="2026-10-01T13:17:47.750" v="751" actId="21"/>
          <ac:spMkLst>
            <pc:docMk/>
            <pc:sldMk cId="0" sldId="263"/>
            <ac:spMk id="8" creationId="{00000000-0000-0000-0000-000000000000}"/>
          </ac:spMkLst>
        </pc:spChg>
        <pc:spChg chg="mod">
          <ac:chgData name="Vishal shakyavanshi" userId="b1d5ed2b6c30e88b" providerId="LiveId" clId="{50FC4353-05F8-4FB3-A348-E16DBFEEF5E4}" dt="2026-10-01T13:17:58.061" v="753" actId="21"/>
          <ac:spMkLst>
            <pc:docMk/>
            <pc:sldMk cId="0" sldId="263"/>
            <ac:spMk id="9" creationId="{00000000-0000-0000-0000-000000000000}"/>
          </ac:spMkLst>
        </pc:spChg>
        <pc:spChg chg="mod">
          <ac:chgData name="Vishal shakyavanshi" userId="b1d5ed2b6c30e88b" providerId="LiveId" clId="{50FC4353-05F8-4FB3-A348-E16DBFEEF5E4}" dt="2026-10-01T13:19:27.175" v="768" actId="21"/>
          <ac:spMkLst>
            <pc:docMk/>
            <pc:sldMk cId="0" sldId="263"/>
            <ac:spMk id="10" creationId="{00000000-0000-0000-0000-000000000000}"/>
          </ac:spMkLst>
        </pc:spChg>
        <pc:spChg chg="mod">
          <ac:chgData name="Vishal shakyavanshi" userId="b1d5ed2b6c30e88b" providerId="LiveId" clId="{50FC4353-05F8-4FB3-A348-E16DBFEEF5E4}" dt="2026-10-01T17:59:23.688" v="1470" actId="1076"/>
          <ac:spMkLst>
            <pc:docMk/>
            <pc:sldMk cId="0" sldId="263"/>
            <ac:spMk id="11" creationId="{00000000-0000-0000-0000-000000000000}"/>
          </ac:spMkLst>
        </pc:spChg>
      </pc:sldChg>
      <pc:sldChg chg="modSp mod">
        <pc:chgData name="Vishal shakyavanshi" userId="b1d5ed2b6c30e88b" providerId="LiveId" clId="{50FC4353-05F8-4FB3-A348-E16DBFEEF5E4}" dt="2026-10-01T18:02:41.588" v="1487" actId="20577"/>
        <pc:sldMkLst>
          <pc:docMk/>
          <pc:sldMk cId="0" sldId="264"/>
        </pc:sldMkLst>
        <pc:spChg chg="mod">
          <ac:chgData name="Vishal shakyavanshi" userId="b1d5ed2b6c30e88b" providerId="LiveId" clId="{50FC4353-05F8-4FB3-A348-E16DBFEEF5E4}" dt="2026-10-01T13:29:39.742" v="814" actId="1076"/>
          <ac:spMkLst>
            <pc:docMk/>
            <pc:sldMk cId="0" sldId="264"/>
            <ac:spMk id="2" creationId="{00000000-0000-0000-0000-000000000000}"/>
          </ac:spMkLst>
        </pc:spChg>
        <pc:spChg chg="mod">
          <ac:chgData name="Vishal shakyavanshi" userId="b1d5ed2b6c30e88b" providerId="LiveId" clId="{50FC4353-05F8-4FB3-A348-E16DBFEEF5E4}" dt="2026-10-01T16:54:50.839" v="1023" actId="1076"/>
          <ac:spMkLst>
            <pc:docMk/>
            <pc:sldMk cId="0" sldId="264"/>
            <ac:spMk id="3" creationId="{00000000-0000-0000-0000-000000000000}"/>
          </ac:spMkLst>
        </pc:spChg>
        <pc:spChg chg="mod">
          <ac:chgData name="Vishal shakyavanshi" userId="b1d5ed2b6c30e88b" providerId="LiveId" clId="{50FC4353-05F8-4FB3-A348-E16DBFEEF5E4}" dt="2026-10-01T16:54:56.296" v="1024" actId="1076"/>
          <ac:spMkLst>
            <pc:docMk/>
            <pc:sldMk cId="0" sldId="264"/>
            <ac:spMk id="4" creationId="{00000000-0000-0000-0000-000000000000}"/>
          </ac:spMkLst>
        </pc:spChg>
        <pc:spChg chg="mod">
          <ac:chgData name="Vishal shakyavanshi" userId="b1d5ed2b6c30e88b" providerId="LiveId" clId="{50FC4353-05F8-4FB3-A348-E16DBFEEF5E4}" dt="2026-10-01T16:55:02.454" v="1025" actId="1076"/>
          <ac:spMkLst>
            <pc:docMk/>
            <pc:sldMk cId="0" sldId="264"/>
            <ac:spMk id="5" creationId="{00000000-0000-0000-0000-000000000000}"/>
          </ac:spMkLst>
        </pc:spChg>
        <pc:spChg chg="mod">
          <ac:chgData name="Vishal shakyavanshi" userId="b1d5ed2b6c30e88b" providerId="LiveId" clId="{50FC4353-05F8-4FB3-A348-E16DBFEEF5E4}" dt="2026-10-01T13:31:50.872" v="845" actId="14100"/>
          <ac:spMkLst>
            <pc:docMk/>
            <pc:sldMk cId="0" sldId="264"/>
            <ac:spMk id="6" creationId="{00000000-0000-0000-0000-000000000000}"/>
          </ac:spMkLst>
        </pc:spChg>
        <pc:spChg chg="mod">
          <ac:chgData name="Vishal shakyavanshi" userId="b1d5ed2b6c30e88b" providerId="LiveId" clId="{50FC4353-05F8-4FB3-A348-E16DBFEEF5E4}" dt="2026-10-01T13:30:06.606" v="822" actId="1076"/>
          <ac:spMkLst>
            <pc:docMk/>
            <pc:sldMk cId="0" sldId="264"/>
            <ac:spMk id="7" creationId="{00000000-0000-0000-0000-000000000000}"/>
          </ac:spMkLst>
        </pc:spChg>
        <pc:spChg chg="mod">
          <ac:chgData name="Vishal shakyavanshi" userId="b1d5ed2b6c30e88b" providerId="LiveId" clId="{50FC4353-05F8-4FB3-A348-E16DBFEEF5E4}" dt="2026-10-01T13:30:15.933" v="824" actId="1076"/>
          <ac:spMkLst>
            <pc:docMk/>
            <pc:sldMk cId="0" sldId="264"/>
            <ac:spMk id="8" creationId="{00000000-0000-0000-0000-000000000000}"/>
          </ac:spMkLst>
        </pc:spChg>
        <pc:spChg chg="mod">
          <ac:chgData name="Vishal shakyavanshi" userId="b1d5ed2b6c30e88b" providerId="LiveId" clId="{50FC4353-05F8-4FB3-A348-E16DBFEEF5E4}" dt="2026-10-01T13:32:34.158" v="856" actId="1076"/>
          <ac:spMkLst>
            <pc:docMk/>
            <pc:sldMk cId="0" sldId="264"/>
            <ac:spMk id="9" creationId="{00000000-0000-0000-0000-000000000000}"/>
          </ac:spMkLst>
        </pc:spChg>
        <pc:spChg chg="mod">
          <ac:chgData name="Vishal shakyavanshi" userId="b1d5ed2b6c30e88b" providerId="LiveId" clId="{50FC4353-05F8-4FB3-A348-E16DBFEEF5E4}" dt="2026-10-01T13:32:19.773" v="853" actId="1076"/>
          <ac:spMkLst>
            <pc:docMk/>
            <pc:sldMk cId="0" sldId="264"/>
            <ac:spMk id="10" creationId="{00000000-0000-0000-0000-000000000000}"/>
          </ac:spMkLst>
        </pc:spChg>
        <pc:spChg chg="mod">
          <ac:chgData name="Vishal shakyavanshi" userId="b1d5ed2b6c30e88b" providerId="LiveId" clId="{50FC4353-05F8-4FB3-A348-E16DBFEEF5E4}" dt="2026-10-01T13:32:14.241" v="852" actId="1076"/>
          <ac:spMkLst>
            <pc:docMk/>
            <pc:sldMk cId="0" sldId="264"/>
            <ac:spMk id="11" creationId="{00000000-0000-0000-0000-000000000000}"/>
          </ac:spMkLst>
        </pc:spChg>
        <pc:spChg chg="mod">
          <ac:chgData name="Vishal shakyavanshi" userId="b1d5ed2b6c30e88b" providerId="LiveId" clId="{50FC4353-05F8-4FB3-A348-E16DBFEEF5E4}" dt="2026-10-01T13:33:11.021" v="861" actId="1076"/>
          <ac:spMkLst>
            <pc:docMk/>
            <pc:sldMk cId="0" sldId="264"/>
            <ac:spMk id="12" creationId="{00000000-0000-0000-0000-000000000000}"/>
          </ac:spMkLst>
        </pc:spChg>
        <pc:spChg chg="mod">
          <ac:chgData name="Vishal shakyavanshi" userId="b1d5ed2b6c30e88b" providerId="LiveId" clId="{50FC4353-05F8-4FB3-A348-E16DBFEEF5E4}" dt="2026-10-01T13:33:05.558" v="860" actId="1076"/>
          <ac:spMkLst>
            <pc:docMk/>
            <pc:sldMk cId="0" sldId="264"/>
            <ac:spMk id="13" creationId="{00000000-0000-0000-0000-000000000000}"/>
          </ac:spMkLst>
        </pc:spChg>
        <pc:spChg chg="mod">
          <ac:chgData name="Vishal shakyavanshi" userId="b1d5ed2b6c30e88b" providerId="LiveId" clId="{50FC4353-05F8-4FB3-A348-E16DBFEEF5E4}" dt="2026-10-01T13:33:00.505" v="859" actId="1076"/>
          <ac:spMkLst>
            <pc:docMk/>
            <pc:sldMk cId="0" sldId="264"/>
            <ac:spMk id="14" creationId="{00000000-0000-0000-0000-000000000000}"/>
          </ac:spMkLst>
        </pc:spChg>
        <pc:spChg chg="mod">
          <ac:chgData name="Vishal shakyavanshi" userId="b1d5ed2b6c30e88b" providerId="LiveId" clId="{50FC4353-05F8-4FB3-A348-E16DBFEEF5E4}" dt="2026-10-01T13:33:24.032" v="863" actId="14100"/>
          <ac:spMkLst>
            <pc:docMk/>
            <pc:sldMk cId="0" sldId="264"/>
            <ac:spMk id="15" creationId="{00000000-0000-0000-0000-000000000000}"/>
          </ac:spMkLst>
        </pc:spChg>
        <pc:spChg chg="mod">
          <ac:chgData name="Vishal shakyavanshi" userId="b1d5ed2b6c30e88b" providerId="LiveId" clId="{50FC4353-05F8-4FB3-A348-E16DBFEEF5E4}" dt="2026-10-01T13:33:32.732" v="864" actId="1076"/>
          <ac:spMkLst>
            <pc:docMk/>
            <pc:sldMk cId="0" sldId="264"/>
            <ac:spMk id="16" creationId="{00000000-0000-0000-0000-000000000000}"/>
          </ac:spMkLst>
        </pc:spChg>
        <pc:spChg chg="mod">
          <ac:chgData name="Vishal shakyavanshi" userId="b1d5ed2b6c30e88b" providerId="LiveId" clId="{50FC4353-05F8-4FB3-A348-E16DBFEEF5E4}" dt="2026-10-01T13:33:40.637" v="866" actId="14100"/>
          <ac:spMkLst>
            <pc:docMk/>
            <pc:sldMk cId="0" sldId="264"/>
            <ac:spMk id="17" creationId="{00000000-0000-0000-0000-000000000000}"/>
          </ac:spMkLst>
        </pc:spChg>
        <pc:spChg chg="mod">
          <ac:chgData name="Vishal shakyavanshi" userId="b1d5ed2b6c30e88b" providerId="LiveId" clId="{50FC4353-05F8-4FB3-A348-E16DBFEEF5E4}" dt="2026-10-01T18:02:41.588" v="1487" actId="20577"/>
          <ac:spMkLst>
            <pc:docMk/>
            <pc:sldMk cId="0" sldId="264"/>
            <ac:spMk id="19" creationId="{00000000-0000-0000-0000-000000000000}"/>
          </ac:spMkLst>
        </pc:spChg>
        <pc:graphicFrameChg chg="mod modGraphic">
          <ac:chgData name="Vishal shakyavanshi" userId="b1d5ed2b6c30e88b" providerId="LiveId" clId="{50FC4353-05F8-4FB3-A348-E16DBFEEF5E4}" dt="2026-10-01T13:29:35.160" v="813" actId="14734"/>
          <ac:graphicFrameMkLst>
            <pc:docMk/>
            <pc:sldMk cId="0" sldId="264"/>
            <ac:graphicFrameMk id="18" creationId="{00000000-0000-0000-0000-000000000000}"/>
          </ac:graphicFrameMkLst>
        </pc:graphicFrameChg>
      </pc:sldChg>
      <pc:sldChg chg="modSp mod">
        <pc:chgData name="Vishal shakyavanshi" userId="b1d5ed2b6c30e88b" providerId="LiveId" clId="{50FC4353-05F8-4FB3-A348-E16DBFEEF5E4}" dt="2026-10-01T18:00:24.843" v="1472" actId="20577"/>
        <pc:sldMkLst>
          <pc:docMk/>
          <pc:sldMk cId="0" sldId="265"/>
        </pc:sldMkLst>
        <pc:spChg chg="mod">
          <ac:chgData name="Vishal shakyavanshi" userId="b1d5ed2b6c30e88b" providerId="LiveId" clId="{50FC4353-05F8-4FB3-A348-E16DBFEEF5E4}" dt="2026-10-01T13:55:34.506" v="874" actId="14100"/>
          <ac:spMkLst>
            <pc:docMk/>
            <pc:sldMk cId="0" sldId="265"/>
            <ac:spMk id="4" creationId="{00000000-0000-0000-0000-000000000000}"/>
          </ac:spMkLst>
        </pc:spChg>
        <pc:spChg chg="mod">
          <ac:chgData name="Vishal shakyavanshi" userId="b1d5ed2b6c30e88b" providerId="LiveId" clId="{50FC4353-05F8-4FB3-A348-E16DBFEEF5E4}" dt="2026-10-01T13:57:48.640" v="897" actId="14100"/>
          <ac:spMkLst>
            <pc:docMk/>
            <pc:sldMk cId="0" sldId="265"/>
            <ac:spMk id="5" creationId="{00000000-0000-0000-0000-000000000000}"/>
          </ac:spMkLst>
        </pc:spChg>
        <pc:spChg chg="mod">
          <ac:chgData name="Vishal shakyavanshi" userId="b1d5ed2b6c30e88b" providerId="LiveId" clId="{50FC4353-05F8-4FB3-A348-E16DBFEEF5E4}" dt="2026-10-01T13:56:08.261" v="880" actId="1076"/>
          <ac:spMkLst>
            <pc:docMk/>
            <pc:sldMk cId="0" sldId="265"/>
            <ac:spMk id="6" creationId="{00000000-0000-0000-0000-000000000000}"/>
          </ac:spMkLst>
        </pc:spChg>
        <pc:spChg chg="mod">
          <ac:chgData name="Vishal shakyavanshi" userId="b1d5ed2b6c30e88b" providerId="LiveId" clId="{50FC4353-05F8-4FB3-A348-E16DBFEEF5E4}" dt="2026-10-01T13:56:18.119" v="881" actId="1076"/>
          <ac:spMkLst>
            <pc:docMk/>
            <pc:sldMk cId="0" sldId="265"/>
            <ac:spMk id="7" creationId="{00000000-0000-0000-0000-000000000000}"/>
          </ac:spMkLst>
        </pc:spChg>
        <pc:spChg chg="mod">
          <ac:chgData name="Vishal shakyavanshi" userId="b1d5ed2b6c30e88b" providerId="LiveId" clId="{50FC4353-05F8-4FB3-A348-E16DBFEEF5E4}" dt="2026-10-01T13:57:34.178" v="895" actId="14100"/>
          <ac:spMkLst>
            <pc:docMk/>
            <pc:sldMk cId="0" sldId="265"/>
            <ac:spMk id="8" creationId="{00000000-0000-0000-0000-000000000000}"/>
          </ac:spMkLst>
        </pc:spChg>
        <pc:spChg chg="mod">
          <ac:chgData name="Vishal shakyavanshi" userId="b1d5ed2b6c30e88b" providerId="LiveId" clId="{50FC4353-05F8-4FB3-A348-E16DBFEEF5E4}" dt="2026-10-01T13:57:06.588" v="891" actId="1076"/>
          <ac:spMkLst>
            <pc:docMk/>
            <pc:sldMk cId="0" sldId="265"/>
            <ac:spMk id="9" creationId="{00000000-0000-0000-0000-000000000000}"/>
          </ac:spMkLst>
        </pc:spChg>
        <pc:spChg chg="mod">
          <ac:chgData name="Vishal shakyavanshi" userId="b1d5ed2b6c30e88b" providerId="LiveId" clId="{50FC4353-05F8-4FB3-A348-E16DBFEEF5E4}" dt="2026-10-01T13:57:19.869" v="893" actId="1076"/>
          <ac:spMkLst>
            <pc:docMk/>
            <pc:sldMk cId="0" sldId="265"/>
            <ac:spMk id="10" creationId="{00000000-0000-0000-0000-000000000000}"/>
          </ac:spMkLst>
        </pc:spChg>
        <pc:spChg chg="mod">
          <ac:chgData name="Vishal shakyavanshi" userId="b1d5ed2b6c30e88b" providerId="LiveId" clId="{50FC4353-05F8-4FB3-A348-E16DBFEEF5E4}" dt="2026-10-01T18:00:24.843" v="1472" actId="20577"/>
          <ac:spMkLst>
            <pc:docMk/>
            <pc:sldMk cId="0" sldId="265"/>
            <ac:spMk id="11" creationId="{00000000-0000-0000-0000-000000000000}"/>
          </ac:spMkLst>
        </pc:spChg>
      </pc:sldChg>
      <pc:sldChg chg="modSp mod">
        <pc:chgData name="Vishal shakyavanshi" userId="b1d5ed2b6c30e88b" providerId="LiveId" clId="{50FC4353-05F8-4FB3-A348-E16DBFEEF5E4}" dt="2026-10-01T18:00:37.590" v="1474" actId="1076"/>
        <pc:sldMkLst>
          <pc:docMk/>
          <pc:sldMk cId="0" sldId="266"/>
        </pc:sldMkLst>
        <pc:spChg chg="mod">
          <ac:chgData name="Vishal shakyavanshi" userId="b1d5ed2b6c30e88b" providerId="LiveId" clId="{50FC4353-05F8-4FB3-A348-E16DBFEEF5E4}" dt="2026-10-01T14:03:57.072" v="919" actId="1076"/>
          <ac:spMkLst>
            <pc:docMk/>
            <pc:sldMk cId="0" sldId="266"/>
            <ac:spMk id="2" creationId="{00000000-0000-0000-0000-000000000000}"/>
          </ac:spMkLst>
        </pc:spChg>
        <pc:spChg chg="mod">
          <ac:chgData name="Vishal shakyavanshi" userId="b1d5ed2b6c30e88b" providerId="LiveId" clId="{50FC4353-05F8-4FB3-A348-E16DBFEEF5E4}" dt="2026-10-01T14:09:48.837" v="973" actId="1076"/>
          <ac:spMkLst>
            <pc:docMk/>
            <pc:sldMk cId="0" sldId="266"/>
            <ac:spMk id="3" creationId="{00000000-0000-0000-0000-000000000000}"/>
          </ac:spMkLst>
        </pc:spChg>
        <pc:spChg chg="mod">
          <ac:chgData name="Vishal shakyavanshi" userId="b1d5ed2b6c30e88b" providerId="LiveId" clId="{50FC4353-05F8-4FB3-A348-E16DBFEEF5E4}" dt="2026-10-01T14:09:54.258" v="975" actId="14100"/>
          <ac:spMkLst>
            <pc:docMk/>
            <pc:sldMk cId="0" sldId="266"/>
            <ac:spMk id="4" creationId="{00000000-0000-0000-0000-000000000000}"/>
          </ac:spMkLst>
        </pc:spChg>
        <pc:spChg chg="mod">
          <ac:chgData name="Vishal shakyavanshi" userId="b1d5ed2b6c30e88b" providerId="LiveId" clId="{50FC4353-05F8-4FB3-A348-E16DBFEEF5E4}" dt="2026-10-01T14:09:47.014" v="972" actId="1076"/>
          <ac:spMkLst>
            <pc:docMk/>
            <pc:sldMk cId="0" sldId="266"/>
            <ac:spMk id="5" creationId="{00000000-0000-0000-0000-000000000000}"/>
          </ac:spMkLst>
        </pc:spChg>
        <pc:spChg chg="mod">
          <ac:chgData name="Vishal shakyavanshi" userId="b1d5ed2b6c30e88b" providerId="LiveId" clId="{50FC4353-05F8-4FB3-A348-E16DBFEEF5E4}" dt="2026-10-01T14:03:57.072" v="919" actId="1076"/>
          <ac:spMkLst>
            <pc:docMk/>
            <pc:sldMk cId="0" sldId="266"/>
            <ac:spMk id="6" creationId="{00000000-0000-0000-0000-000000000000}"/>
          </ac:spMkLst>
        </pc:spChg>
        <pc:spChg chg="mod">
          <ac:chgData name="Vishal shakyavanshi" userId="b1d5ed2b6c30e88b" providerId="LiveId" clId="{50FC4353-05F8-4FB3-A348-E16DBFEEF5E4}" dt="2026-10-01T14:09:28.345" v="968" actId="1076"/>
          <ac:spMkLst>
            <pc:docMk/>
            <pc:sldMk cId="0" sldId="266"/>
            <ac:spMk id="7" creationId="{00000000-0000-0000-0000-000000000000}"/>
          </ac:spMkLst>
        </pc:spChg>
        <pc:spChg chg="mod">
          <ac:chgData name="Vishal shakyavanshi" userId="b1d5ed2b6c30e88b" providerId="LiveId" clId="{50FC4353-05F8-4FB3-A348-E16DBFEEF5E4}" dt="2026-10-01T14:09:37.882" v="970" actId="1076"/>
          <ac:spMkLst>
            <pc:docMk/>
            <pc:sldMk cId="0" sldId="266"/>
            <ac:spMk id="8" creationId="{00000000-0000-0000-0000-000000000000}"/>
          </ac:spMkLst>
        </pc:spChg>
        <pc:spChg chg="mod">
          <ac:chgData name="Vishal shakyavanshi" userId="b1d5ed2b6c30e88b" providerId="LiveId" clId="{50FC4353-05F8-4FB3-A348-E16DBFEEF5E4}" dt="2026-10-01T14:07:27.120" v="946" actId="14100"/>
          <ac:spMkLst>
            <pc:docMk/>
            <pc:sldMk cId="0" sldId="266"/>
            <ac:spMk id="9" creationId="{00000000-0000-0000-0000-000000000000}"/>
          </ac:spMkLst>
        </pc:spChg>
        <pc:spChg chg="mod">
          <ac:chgData name="Vishal shakyavanshi" userId="b1d5ed2b6c30e88b" providerId="LiveId" clId="{50FC4353-05F8-4FB3-A348-E16DBFEEF5E4}" dt="2026-10-01T14:10:05.885" v="977" actId="1076"/>
          <ac:spMkLst>
            <pc:docMk/>
            <pc:sldMk cId="0" sldId="266"/>
            <ac:spMk id="10" creationId="{00000000-0000-0000-0000-000000000000}"/>
          </ac:spMkLst>
        </pc:spChg>
        <pc:spChg chg="mod">
          <ac:chgData name="Vishal shakyavanshi" userId="b1d5ed2b6c30e88b" providerId="LiveId" clId="{50FC4353-05F8-4FB3-A348-E16DBFEEF5E4}" dt="2026-10-01T14:10:01.350" v="976" actId="1076"/>
          <ac:spMkLst>
            <pc:docMk/>
            <pc:sldMk cId="0" sldId="266"/>
            <ac:spMk id="11" creationId="{00000000-0000-0000-0000-000000000000}"/>
          </ac:spMkLst>
        </pc:spChg>
        <pc:spChg chg="mod">
          <ac:chgData name="Vishal shakyavanshi" userId="b1d5ed2b6c30e88b" providerId="LiveId" clId="{50FC4353-05F8-4FB3-A348-E16DBFEEF5E4}" dt="2026-10-01T14:10:47.358" v="983" actId="1076"/>
          <ac:spMkLst>
            <pc:docMk/>
            <pc:sldMk cId="0" sldId="266"/>
            <ac:spMk id="12" creationId="{00000000-0000-0000-0000-000000000000}"/>
          </ac:spMkLst>
        </pc:spChg>
        <pc:spChg chg="mod">
          <ac:chgData name="Vishal shakyavanshi" userId="b1d5ed2b6c30e88b" providerId="LiveId" clId="{50FC4353-05F8-4FB3-A348-E16DBFEEF5E4}" dt="2026-10-01T14:06:54.272" v="943" actId="14100"/>
          <ac:spMkLst>
            <pc:docMk/>
            <pc:sldMk cId="0" sldId="266"/>
            <ac:spMk id="13" creationId="{00000000-0000-0000-0000-000000000000}"/>
          </ac:spMkLst>
        </pc:spChg>
        <pc:spChg chg="mod">
          <ac:chgData name="Vishal shakyavanshi" userId="b1d5ed2b6c30e88b" providerId="LiveId" clId="{50FC4353-05F8-4FB3-A348-E16DBFEEF5E4}" dt="2026-10-01T14:10:25.288" v="981" actId="1076"/>
          <ac:spMkLst>
            <pc:docMk/>
            <pc:sldMk cId="0" sldId="266"/>
            <ac:spMk id="14" creationId="{00000000-0000-0000-0000-000000000000}"/>
          </ac:spMkLst>
        </pc:spChg>
        <pc:spChg chg="mod">
          <ac:chgData name="Vishal shakyavanshi" userId="b1d5ed2b6c30e88b" providerId="LiveId" clId="{50FC4353-05F8-4FB3-A348-E16DBFEEF5E4}" dt="2026-10-01T14:10:10.654" v="978" actId="1076"/>
          <ac:spMkLst>
            <pc:docMk/>
            <pc:sldMk cId="0" sldId="266"/>
            <ac:spMk id="15" creationId="{00000000-0000-0000-0000-000000000000}"/>
          </ac:spMkLst>
        </pc:spChg>
        <pc:spChg chg="mod">
          <ac:chgData name="Vishal shakyavanshi" userId="b1d5ed2b6c30e88b" providerId="LiveId" clId="{50FC4353-05F8-4FB3-A348-E16DBFEEF5E4}" dt="2026-10-01T14:10:39.975" v="982" actId="1076"/>
          <ac:spMkLst>
            <pc:docMk/>
            <pc:sldMk cId="0" sldId="266"/>
            <ac:spMk id="16" creationId="{00000000-0000-0000-0000-000000000000}"/>
          </ac:spMkLst>
        </pc:spChg>
        <pc:spChg chg="mod">
          <ac:chgData name="Vishal shakyavanshi" userId="b1d5ed2b6c30e88b" providerId="LiveId" clId="{50FC4353-05F8-4FB3-A348-E16DBFEEF5E4}" dt="2026-10-01T14:07:00.618" v="944" actId="14100"/>
          <ac:spMkLst>
            <pc:docMk/>
            <pc:sldMk cId="0" sldId="266"/>
            <ac:spMk id="17" creationId="{00000000-0000-0000-0000-000000000000}"/>
          </ac:spMkLst>
        </pc:spChg>
        <pc:spChg chg="mod">
          <ac:chgData name="Vishal shakyavanshi" userId="b1d5ed2b6c30e88b" providerId="LiveId" clId="{50FC4353-05F8-4FB3-A348-E16DBFEEF5E4}" dt="2026-10-01T14:10:21.349" v="980" actId="1076"/>
          <ac:spMkLst>
            <pc:docMk/>
            <pc:sldMk cId="0" sldId="266"/>
            <ac:spMk id="18" creationId="{00000000-0000-0000-0000-000000000000}"/>
          </ac:spMkLst>
        </pc:spChg>
        <pc:spChg chg="mod">
          <ac:chgData name="Vishal shakyavanshi" userId="b1d5ed2b6c30e88b" providerId="LiveId" clId="{50FC4353-05F8-4FB3-A348-E16DBFEEF5E4}" dt="2026-10-01T14:10:16.496" v="979" actId="1076"/>
          <ac:spMkLst>
            <pc:docMk/>
            <pc:sldMk cId="0" sldId="266"/>
            <ac:spMk id="19" creationId="{00000000-0000-0000-0000-000000000000}"/>
          </ac:spMkLst>
        </pc:spChg>
        <pc:spChg chg="mod">
          <ac:chgData name="Vishal shakyavanshi" userId="b1d5ed2b6c30e88b" providerId="LiveId" clId="{50FC4353-05F8-4FB3-A348-E16DBFEEF5E4}" dt="2026-10-01T14:10:56.081" v="984" actId="1076"/>
          <ac:spMkLst>
            <pc:docMk/>
            <pc:sldMk cId="0" sldId="266"/>
            <ac:spMk id="20" creationId="{00000000-0000-0000-0000-000000000000}"/>
          </ac:spMkLst>
        </pc:spChg>
        <pc:spChg chg="mod">
          <ac:chgData name="Vishal shakyavanshi" userId="b1d5ed2b6c30e88b" providerId="LiveId" clId="{50FC4353-05F8-4FB3-A348-E16DBFEEF5E4}" dt="2026-10-01T14:12:13.496" v="990" actId="1076"/>
          <ac:spMkLst>
            <pc:docMk/>
            <pc:sldMk cId="0" sldId="266"/>
            <ac:spMk id="21" creationId="{00000000-0000-0000-0000-000000000000}"/>
          </ac:spMkLst>
        </pc:spChg>
        <pc:spChg chg="mod">
          <ac:chgData name="Vishal shakyavanshi" userId="b1d5ed2b6c30e88b" providerId="LiveId" clId="{50FC4353-05F8-4FB3-A348-E16DBFEEF5E4}" dt="2026-10-01T14:11:05.980" v="985" actId="1076"/>
          <ac:spMkLst>
            <pc:docMk/>
            <pc:sldMk cId="0" sldId="266"/>
            <ac:spMk id="22" creationId="{00000000-0000-0000-0000-000000000000}"/>
          </ac:spMkLst>
        </pc:spChg>
        <pc:spChg chg="mod">
          <ac:chgData name="Vishal shakyavanshi" userId="b1d5ed2b6c30e88b" providerId="LiveId" clId="{50FC4353-05F8-4FB3-A348-E16DBFEEF5E4}" dt="2026-10-01T14:11:21.284" v="987" actId="1076"/>
          <ac:spMkLst>
            <pc:docMk/>
            <pc:sldMk cId="0" sldId="266"/>
            <ac:spMk id="23" creationId="{00000000-0000-0000-0000-000000000000}"/>
          </ac:spMkLst>
        </pc:spChg>
        <pc:spChg chg="mod">
          <ac:chgData name="Vishal shakyavanshi" userId="b1d5ed2b6c30e88b" providerId="LiveId" clId="{50FC4353-05F8-4FB3-A348-E16DBFEEF5E4}" dt="2026-10-01T14:11:28.443" v="988" actId="1076"/>
          <ac:spMkLst>
            <pc:docMk/>
            <pc:sldMk cId="0" sldId="266"/>
            <ac:spMk id="24" creationId="{00000000-0000-0000-0000-000000000000}"/>
          </ac:spMkLst>
        </pc:spChg>
        <pc:spChg chg="mod">
          <ac:chgData name="Vishal shakyavanshi" userId="b1d5ed2b6c30e88b" providerId="LiveId" clId="{50FC4353-05F8-4FB3-A348-E16DBFEEF5E4}" dt="2026-10-01T14:12:21.917" v="991" actId="1076"/>
          <ac:spMkLst>
            <pc:docMk/>
            <pc:sldMk cId="0" sldId="266"/>
            <ac:spMk id="25" creationId="{00000000-0000-0000-0000-000000000000}"/>
          </ac:spMkLst>
        </pc:spChg>
        <pc:spChg chg="mod">
          <ac:chgData name="Vishal shakyavanshi" userId="b1d5ed2b6c30e88b" providerId="LiveId" clId="{50FC4353-05F8-4FB3-A348-E16DBFEEF5E4}" dt="2026-10-01T14:12:28.563" v="992" actId="1076"/>
          <ac:spMkLst>
            <pc:docMk/>
            <pc:sldMk cId="0" sldId="266"/>
            <ac:spMk id="26" creationId="{00000000-0000-0000-0000-000000000000}"/>
          </ac:spMkLst>
        </pc:spChg>
        <pc:spChg chg="mod">
          <ac:chgData name="Vishal shakyavanshi" userId="b1d5ed2b6c30e88b" providerId="LiveId" clId="{50FC4353-05F8-4FB3-A348-E16DBFEEF5E4}" dt="2026-10-01T14:12:42.341" v="994" actId="1076"/>
          <ac:spMkLst>
            <pc:docMk/>
            <pc:sldMk cId="0" sldId="266"/>
            <ac:spMk id="27" creationId="{00000000-0000-0000-0000-000000000000}"/>
          </ac:spMkLst>
        </pc:spChg>
        <pc:spChg chg="mod">
          <ac:chgData name="Vishal shakyavanshi" userId="b1d5ed2b6c30e88b" providerId="LiveId" clId="{50FC4353-05F8-4FB3-A348-E16DBFEEF5E4}" dt="2026-10-01T14:12:52.192" v="995" actId="1076"/>
          <ac:spMkLst>
            <pc:docMk/>
            <pc:sldMk cId="0" sldId="266"/>
            <ac:spMk id="28" creationId="{00000000-0000-0000-0000-000000000000}"/>
          </ac:spMkLst>
        </pc:spChg>
        <pc:spChg chg="mod">
          <ac:chgData name="Vishal shakyavanshi" userId="b1d5ed2b6c30e88b" providerId="LiveId" clId="{50FC4353-05F8-4FB3-A348-E16DBFEEF5E4}" dt="2026-10-01T18:00:34.001" v="1473" actId="1076"/>
          <ac:spMkLst>
            <pc:docMk/>
            <pc:sldMk cId="0" sldId="266"/>
            <ac:spMk id="29" creationId="{00000000-0000-0000-0000-000000000000}"/>
          </ac:spMkLst>
        </pc:spChg>
        <pc:spChg chg="mod">
          <ac:chgData name="Vishal shakyavanshi" userId="b1d5ed2b6c30e88b" providerId="LiveId" clId="{50FC4353-05F8-4FB3-A348-E16DBFEEF5E4}" dt="2026-10-01T14:13:05.509" v="996" actId="1076"/>
          <ac:spMkLst>
            <pc:docMk/>
            <pc:sldMk cId="0" sldId="266"/>
            <ac:spMk id="30" creationId="{00000000-0000-0000-0000-000000000000}"/>
          </ac:spMkLst>
        </pc:spChg>
        <pc:spChg chg="mod">
          <ac:chgData name="Vishal shakyavanshi" userId="b1d5ed2b6c30e88b" providerId="LiveId" clId="{50FC4353-05F8-4FB3-A348-E16DBFEEF5E4}" dt="2026-10-01T14:13:34.124" v="1000" actId="1076"/>
          <ac:spMkLst>
            <pc:docMk/>
            <pc:sldMk cId="0" sldId="266"/>
            <ac:spMk id="31" creationId="{00000000-0000-0000-0000-000000000000}"/>
          </ac:spMkLst>
        </pc:spChg>
        <pc:spChg chg="mod">
          <ac:chgData name="Vishal shakyavanshi" userId="b1d5ed2b6c30e88b" providerId="LiveId" clId="{50FC4353-05F8-4FB3-A348-E16DBFEEF5E4}" dt="2026-10-01T14:13:27.150" v="999" actId="1076"/>
          <ac:spMkLst>
            <pc:docMk/>
            <pc:sldMk cId="0" sldId="266"/>
            <ac:spMk id="32" creationId="{00000000-0000-0000-0000-000000000000}"/>
          </ac:spMkLst>
        </pc:spChg>
        <pc:spChg chg="mod">
          <ac:chgData name="Vishal shakyavanshi" userId="b1d5ed2b6c30e88b" providerId="LiveId" clId="{50FC4353-05F8-4FB3-A348-E16DBFEEF5E4}" dt="2026-10-01T18:00:37.590" v="1474" actId="1076"/>
          <ac:spMkLst>
            <pc:docMk/>
            <pc:sldMk cId="0" sldId="266"/>
            <ac:spMk id="33" creationId="{00000000-0000-0000-0000-000000000000}"/>
          </ac:spMkLst>
        </pc:spChg>
        <pc:spChg chg="mod">
          <ac:chgData name="Vishal shakyavanshi" userId="b1d5ed2b6c30e88b" providerId="LiveId" clId="{50FC4353-05F8-4FB3-A348-E16DBFEEF5E4}" dt="2026-10-01T14:13:52.568" v="1003" actId="1076"/>
          <ac:spMkLst>
            <pc:docMk/>
            <pc:sldMk cId="0" sldId="266"/>
            <ac:spMk id="34" creationId="{00000000-0000-0000-0000-000000000000}"/>
          </ac:spMkLst>
        </pc:spChg>
        <pc:spChg chg="mod">
          <ac:chgData name="Vishal shakyavanshi" userId="b1d5ed2b6c30e88b" providerId="LiveId" clId="{50FC4353-05F8-4FB3-A348-E16DBFEEF5E4}" dt="2026-10-01T14:14:02.938" v="1004" actId="1076"/>
          <ac:spMkLst>
            <pc:docMk/>
            <pc:sldMk cId="0" sldId="266"/>
            <ac:spMk id="35" creationId="{00000000-0000-0000-0000-000000000000}"/>
          </ac:spMkLst>
        </pc:spChg>
        <pc:spChg chg="mod">
          <ac:chgData name="Vishal shakyavanshi" userId="b1d5ed2b6c30e88b" providerId="LiveId" clId="{50FC4353-05F8-4FB3-A348-E16DBFEEF5E4}" dt="2026-10-01T14:14:09.818" v="1005" actId="1076"/>
          <ac:spMkLst>
            <pc:docMk/>
            <pc:sldMk cId="0" sldId="266"/>
            <ac:spMk id="36" creationId="{00000000-0000-0000-0000-000000000000}"/>
          </ac:spMkLst>
        </pc:spChg>
        <pc:spChg chg="mod">
          <ac:chgData name="Vishal shakyavanshi" userId="b1d5ed2b6c30e88b" providerId="LiveId" clId="{50FC4353-05F8-4FB3-A348-E16DBFEEF5E4}" dt="2026-10-01T14:03:57.072" v="919" actId="1076"/>
          <ac:spMkLst>
            <pc:docMk/>
            <pc:sldMk cId="0" sldId="266"/>
            <ac:spMk id="37" creationId="{00000000-0000-0000-0000-000000000000}"/>
          </ac:spMkLst>
        </pc:spChg>
      </pc:sldChg>
      <pc:sldChg chg="modSp mod">
        <pc:chgData name="Vishal shakyavanshi" userId="b1d5ed2b6c30e88b" providerId="LiveId" clId="{50FC4353-05F8-4FB3-A348-E16DBFEEF5E4}" dt="2026-10-01T18:00:54.698" v="1475" actId="20577"/>
        <pc:sldMkLst>
          <pc:docMk/>
          <pc:sldMk cId="0" sldId="267"/>
        </pc:sldMkLst>
        <pc:spChg chg="mod">
          <ac:chgData name="Vishal shakyavanshi" userId="b1d5ed2b6c30e88b" providerId="LiveId" clId="{50FC4353-05F8-4FB3-A348-E16DBFEEF5E4}" dt="2026-10-01T16:55:52.601" v="1027" actId="14100"/>
          <ac:spMkLst>
            <pc:docMk/>
            <pc:sldMk cId="0" sldId="267"/>
            <ac:spMk id="2" creationId="{00000000-0000-0000-0000-000000000000}"/>
          </ac:spMkLst>
        </pc:spChg>
        <pc:spChg chg="mod">
          <ac:chgData name="Vishal shakyavanshi" userId="b1d5ed2b6c30e88b" providerId="LiveId" clId="{50FC4353-05F8-4FB3-A348-E16DBFEEF5E4}" dt="2026-10-01T16:55:52.601" v="1027" actId="14100"/>
          <ac:spMkLst>
            <pc:docMk/>
            <pc:sldMk cId="0" sldId="267"/>
            <ac:spMk id="3" creationId="{00000000-0000-0000-0000-000000000000}"/>
          </ac:spMkLst>
        </pc:spChg>
        <pc:spChg chg="mod">
          <ac:chgData name="Vishal shakyavanshi" userId="b1d5ed2b6c30e88b" providerId="LiveId" clId="{50FC4353-05F8-4FB3-A348-E16DBFEEF5E4}" dt="2026-10-01T16:55:52.601" v="1027" actId="14100"/>
          <ac:spMkLst>
            <pc:docMk/>
            <pc:sldMk cId="0" sldId="267"/>
            <ac:spMk id="4" creationId="{00000000-0000-0000-0000-000000000000}"/>
          </ac:spMkLst>
        </pc:spChg>
        <pc:spChg chg="mod">
          <ac:chgData name="Vishal shakyavanshi" userId="b1d5ed2b6c30e88b" providerId="LiveId" clId="{50FC4353-05F8-4FB3-A348-E16DBFEEF5E4}" dt="2026-10-01T17:01:33.304" v="1067" actId="1076"/>
          <ac:spMkLst>
            <pc:docMk/>
            <pc:sldMk cId="0" sldId="267"/>
            <ac:spMk id="5" creationId="{00000000-0000-0000-0000-000000000000}"/>
          </ac:spMkLst>
        </pc:spChg>
        <pc:spChg chg="mod">
          <ac:chgData name="Vishal shakyavanshi" userId="b1d5ed2b6c30e88b" providerId="LiveId" clId="{50FC4353-05F8-4FB3-A348-E16DBFEEF5E4}" dt="2026-10-01T16:55:52.601" v="1027" actId="14100"/>
          <ac:spMkLst>
            <pc:docMk/>
            <pc:sldMk cId="0" sldId="267"/>
            <ac:spMk id="6" creationId="{00000000-0000-0000-0000-000000000000}"/>
          </ac:spMkLst>
        </pc:spChg>
        <pc:spChg chg="mod">
          <ac:chgData name="Vishal shakyavanshi" userId="b1d5ed2b6c30e88b" providerId="LiveId" clId="{50FC4353-05F8-4FB3-A348-E16DBFEEF5E4}" dt="2026-10-01T16:59:17.114" v="1045" actId="14100"/>
          <ac:spMkLst>
            <pc:docMk/>
            <pc:sldMk cId="0" sldId="267"/>
            <ac:spMk id="7" creationId="{00000000-0000-0000-0000-000000000000}"/>
          </ac:spMkLst>
        </pc:spChg>
        <pc:spChg chg="mod">
          <ac:chgData name="Vishal shakyavanshi" userId="b1d5ed2b6c30e88b" providerId="LiveId" clId="{50FC4353-05F8-4FB3-A348-E16DBFEEF5E4}" dt="2026-10-01T16:57:53.349" v="1034" actId="1076"/>
          <ac:spMkLst>
            <pc:docMk/>
            <pc:sldMk cId="0" sldId="267"/>
            <ac:spMk id="8" creationId="{00000000-0000-0000-0000-000000000000}"/>
          </ac:spMkLst>
        </pc:spChg>
        <pc:spChg chg="mod">
          <ac:chgData name="Vishal shakyavanshi" userId="b1d5ed2b6c30e88b" providerId="LiveId" clId="{50FC4353-05F8-4FB3-A348-E16DBFEEF5E4}" dt="2026-10-01T16:56:36.580" v="1033" actId="1076"/>
          <ac:spMkLst>
            <pc:docMk/>
            <pc:sldMk cId="0" sldId="267"/>
            <ac:spMk id="9" creationId="{00000000-0000-0000-0000-000000000000}"/>
          </ac:spMkLst>
        </pc:spChg>
        <pc:spChg chg="mod">
          <ac:chgData name="Vishal shakyavanshi" userId="b1d5ed2b6c30e88b" providerId="LiveId" clId="{50FC4353-05F8-4FB3-A348-E16DBFEEF5E4}" dt="2026-10-01T16:59:24.295" v="1046" actId="1076"/>
          <ac:spMkLst>
            <pc:docMk/>
            <pc:sldMk cId="0" sldId="267"/>
            <ac:spMk id="10" creationId="{00000000-0000-0000-0000-000000000000}"/>
          </ac:spMkLst>
        </pc:spChg>
        <pc:spChg chg="mod">
          <ac:chgData name="Vishal shakyavanshi" userId="b1d5ed2b6c30e88b" providerId="LiveId" clId="{50FC4353-05F8-4FB3-A348-E16DBFEEF5E4}" dt="2026-10-01T17:01:25.580" v="1066" actId="1076"/>
          <ac:spMkLst>
            <pc:docMk/>
            <pc:sldMk cId="0" sldId="267"/>
            <ac:spMk id="11" creationId="{00000000-0000-0000-0000-000000000000}"/>
          </ac:spMkLst>
        </pc:spChg>
        <pc:spChg chg="mod">
          <ac:chgData name="Vishal shakyavanshi" userId="b1d5ed2b6c30e88b" providerId="LiveId" clId="{50FC4353-05F8-4FB3-A348-E16DBFEEF5E4}" dt="2026-10-01T16:59:50.996" v="1050" actId="14100"/>
          <ac:spMkLst>
            <pc:docMk/>
            <pc:sldMk cId="0" sldId="267"/>
            <ac:spMk id="12" creationId="{00000000-0000-0000-0000-000000000000}"/>
          </ac:spMkLst>
        </pc:spChg>
        <pc:spChg chg="mod">
          <ac:chgData name="Vishal shakyavanshi" userId="b1d5ed2b6c30e88b" providerId="LiveId" clId="{50FC4353-05F8-4FB3-A348-E16DBFEEF5E4}" dt="2026-10-01T16:59:35.834" v="1048" actId="14100"/>
          <ac:spMkLst>
            <pc:docMk/>
            <pc:sldMk cId="0" sldId="267"/>
            <ac:spMk id="13" creationId="{00000000-0000-0000-0000-000000000000}"/>
          </ac:spMkLst>
        </pc:spChg>
        <pc:spChg chg="mod">
          <ac:chgData name="Vishal shakyavanshi" userId="b1d5ed2b6c30e88b" providerId="LiveId" clId="{50FC4353-05F8-4FB3-A348-E16DBFEEF5E4}" dt="2026-10-01T16:58:45.997" v="1040" actId="1076"/>
          <ac:spMkLst>
            <pc:docMk/>
            <pc:sldMk cId="0" sldId="267"/>
            <ac:spMk id="14" creationId="{00000000-0000-0000-0000-000000000000}"/>
          </ac:spMkLst>
        </pc:spChg>
        <pc:spChg chg="mod">
          <ac:chgData name="Vishal shakyavanshi" userId="b1d5ed2b6c30e88b" providerId="LiveId" clId="{50FC4353-05F8-4FB3-A348-E16DBFEEF5E4}" dt="2026-10-01T16:58:57.711" v="1042" actId="14100"/>
          <ac:spMkLst>
            <pc:docMk/>
            <pc:sldMk cId="0" sldId="267"/>
            <ac:spMk id="15" creationId="{00000000-0000-0000-0000-000000000000}"/>
          </ac:spMkLst>
        </pc:spChg>
        <pc:spChg chg="mod">
          <ac:chgData name="Vishal shakyavanshi" userId="b1d5ed2b6c30e88b" providerId="LiveId" clId="{50FC4353-05F8-4FB3-A348-E16DBFEEF5E4}" dt="2026-10-01T16:59:08.749" v="1044" actId="14100"/>
          <ac:spMkLst>
            <pc:docMk/>
            <pc:sldMk cId="0" sldId="267"/>
            <ac:spMk id="16" creationId="{00000000-0000-0000-0000-000000000000}"/>
          </ac:spMkLst>
        </pc:spChg>
        <pc:spChg chg="mod">
          <ac:chgData name="Vishal shakyavanshi" userId="b1d5ed2b6c30e88b" providerId="LiveId" clId="{50FC4353-05F8-4FB3-A348-E16DBFEEF5E4}" dt="2026-10-01T17:01:43.160" v="1069" actId="1076"/>
          <ac:spMkLst>
            <pc:docMk/>
            <pc:sldMk cId="0" sldId="267"/>
            <ac:spMk id="17" creationId="{00000000-0000-0000-0000-000000000000}"/>
          </ac:spMkLst>
        </pc:spChg>
        <pc:spChg chg="mod">
          <ac:chgData name="Vishal shakyavanshi" userId="b1d5ed2b6c30e88b" providerId="LiveId" clId="{50FC4353-05F8-4FB3-A348-E16DBFEEF5E4}" dt="2026-10-01T17:00:54.034" v="1061" actId="14100"/>
          <ac:spMkLst>
            <pc:docMk/>
            <pc:sldMk cId="0" sldId="267"/>
            <ac:spMk id="18" creationId="{00000000-0000-0000-0000-000000000000}"/>
          </ac:spMkLst>
        </pc:spChg>
        <pc:spChg chg="mod">
          <ac:chgData name="Vishal shakyavanshi" userId="b1d5ed2b6c30e88b" providerId="LiveId" clId="{50FC4353-05F8-4FB3-A348-E16DBFEEF5E4}" dt="2026-10-01T17:01:01.755" v="1062" actId="1076"/>
          <ac:spMkLst>
            <pc:docMk/>
            <pc:sldMk cId="0" sldId="267"/>
            <ac:spMk id="19" creationId="{00000000-0000-0000-0000-000000000000}"/>
          </ac:spMkLst>
        </pc:spChg>
        <pc:spChg chg="mod">
          <ac:chgData name="Vishal shakyavanshi" userId="b1d5ed2b6c30e88b" providerId="LiveId" clId="{50FC4353-05F8-4FB3-A348-E16DBFEEF5E4}" dt="2026-10-01T17:01:20.604" v="1065" actId="1076"/>
          <ac:spMkLst>
            <pc:docMk/>
            <pc:sldMk cId="0" sldId="267"/>
            <ac:spMk id="20" creationId="{00000000-0000-0000-0000-000000000000}"/>
          </ac:spMkLst>
        </pc:spChg>
        <pc:spChg chg="mod">
          <ac:chgData name="Vishal shakyavanshi" userId="b1d5ed2b6c30e88b" providerId="LiveId" clId="{50FC4353-05F8-4FB3-A348-E16DBFEEF5E4}" dt="2026-10-01T17:00:39.960" v="1058" actId="14100"/>
          <ac:spMkLst>
            <pc:docMk/>
            <pc:sldMk cId="0" sldId="267"/>
            <ac:spMk id="21" creationId="{00000000-0000-0000-0000-000000000000}"/>
          </ac:spMkLst>
        </pc:spChg>
        <pc:spChg chg="mod">
          <ac:chgData name="Vishal shakyavanshi" userId="b1d5ed2b6c30e88b" providerId="LiveId" clId="{50FC4353-05F8-4FB3-A348-E16DBFEEF5E4}" dt="2026-10-01T17:01:07.085" v="1063" actId="1076"/>
          <ac:spMkLst>
            <pc:docMk/>
            <pc:sldMk cId="0" sldId="267"/>
            <ac:spMk id="22" creationId="{00000000-0000-0000-0000-000000000000}"/>
          </ac:spMkLst>
        </pc:spChg>
        <pc:spChg chg="mod">
          <ac:chgData name="Vishal shakyavanshi" userId="b1d5ed2b6c30e88b" providerId="LiveId" clId="{50FC4353-05F8-4FB3-A348-E16DBFEEF5E4}" dt="2026-10-01T18:00:54.698" v="1475" actId="20577"/>
          <ac:spMkLst>
            <pc:docMk/>
            <pc:sldMk cId="0" sldId="267"/>
            <ac:spMk id="23" creationId="{00000000-0000-0000-0000-000000000000}"/>
          </ac:spMkLst>
        </pc:spChg>
      </pc:sldChg>
      <pc:sldChg chg="addSp delSp modSp mod">
        <pc:chgData name="Vishal shakyavanshi" userId="b1d5ed2b6c30e88b" providerId="LiveId" clId="{50FC4353-05F8-4FB3-A348-E16DBFEEF5E4}" dt="2026-10-02T04:45:43.983" v="1527" actId="21"/>
        <pc:sldMkLst>
          <pc:docMk/>
          <pc:sldMk cId="0" sldId="268"/>
        </pc:sldMkLst>
        <pc:spChg chg="mod">
          <ac:chgData name="Vishal shakyavanshi" userId="b1d5ed2b6c30e88b" providerId="LiveId" clId="{50FC4353-05F8-4FB3-A348-E16DBFEEF5E4}" dt="2026-10-01T17:03:11.974" v="1079" actId="14100"/>
          <ac:spMkLst>
            <pc:docMk/>
            <pc:sldMk cId="0" sldId="268"/>
            <ac:spMk id="2" creationId="{00000000-0000-0000-0000-000000000000}"/>
          </ac:spMkLst>
        </pc:spChg>
        <pc:spChg chg="mod">
          <ac:chgData name="Vishal shakyavanshi" userId="b1d5ed2b6c30e88b" providerId="LiveId" clId="{50FC4353-05F8-4FB3-A348-E16DBFEEF5E4}" dt="2026-10-01T17:03:11.974" v="1079" actId="14100"/>
          <ac:spMkLst>
            <pc:docMk/>
            <pc:sldMk cId="0" sldId="268"/>
            <ac:spMk id="3" creationId="{00000000-0000-0000-0000-000000000000}"/>
          </ac:spMkLst>
        </pc:spChg>
        <pc:spChg chg="mod">
          <ac:chgData name="Vishal shakyavanshi" userId="b1d5ed2b6c30e88b" providerId="LiveId" clId="{50FC4353-05F8-4FB3-A348-E16DBFEEF5E4}" dt="2026-10-01T18:02:25.719" v="1486" actId="14100"/>
          <ac:spMkLst>
            <pc:docMk/>
            <pc:sldMk cId="0" sldId="268"/>
            <ac:spMk id="4" creationId="{00000000-0000-0000-0000-000000000000}"/>
          </ac:spMkLst>
        </pc:spChg>
        <pc:spChg chg="mod">
          <ac:chgData name="Vishal shakyavanshi" userId="b1d5ed2b6c30e88b" providerId="LiveId" clId="{50FC4353-05F8-4FB3-A348-E16DBFEEF5E4}" dt="2026-10-01T18:02:19.504" v="1485" actId="1076"/>
          <ac:spMkLst>
            <pc:docMk/>
            <pc:sldMk cId="0" sldId="268"/>
            <ac:spMk id="5" creationId="{00000000-0000-0000-0000-000000000000}"/>
          </ac:spMkLst>
        </pc:spChg>
        <pc:spChg chg="del mod">
          <ac:chgData name="Vishal shakyavanshi" userId="b1d5ed2b6c30e88b" providerId="LiveId" clId="{50FC4353-05F8-4FB3-A348-E16DBFEEF5E4}" dt="2026-10-02T04:45:43.983" v="1527" actId="21"/>
          <ac:spMkLst>
            <pc:docMk/>
            <pc:sldMk cId="0" sldId="268"/>
            <ac:spMk id="6" creationId="{00000000-0000-0000-0000-000000000000}"/>
          </ac:spMkLst>
        </pc:spChg>
        <pc:spChg chg="mod">
          <ac:chgData name="Vishal shakyavanshi" userId="b1d5ed2b6c30e88b" providerId="LiveId" clId="{50FC4353-05F8-4FB3-A348-E16DBFEEF5E4}" dt="2026-10-01T17:18:41.600" v="1193" actId="1076"/>
          <ac:spMkLst>
            <pc:docMk/>
            <pc:sldMk cId="0" sldId="268"/>
            <ac:spMk id="7" creationId="{00000000-0000-0000-0000-000000000000}"/>
          </ac:spMkLst>
        </pc:spChg>
        <pc:spChg chg="mod">
          <ac:chgData name="Vishal shakyavanshi" userId="b1d5ed2b6c30e88b" providerId="LiveId" clId="{50FC4353-05F8-4FB3-A348-E16DBFEEF5E4}" dt="2026-10-01T17:04:29.315" v="1094" actId="1076"/>
          <ac:spMkLst>
            <pc:docMk/>
            <pc:sldMk cId="0" sldId="268"/>
            <ac:spMk id="8" creationId="{00000000-0000-0000-0000-000000000000}"/>
          </ac:spMkLst>
        </pc:spChg>
        <pc:spChg chg="mod">
          <ac:chgData name="Vishal shakyavanshi" userId="b1d5ed2b6c30e88b" providerId="LiveId" clId="{50FC4353-05F8-4FB3-A348-E16DBFEEF5E4}" dt="2026-10-01T17:04:41.178" v="1096" actId="1076"/>
          <ac:spMkLst>
            <pc:docMk/>
            <pc:sldMk cId="0" sldId="268"/>
            <ac:spMk id="9" creationId="{00000000-0000-0000-0000-000000000000}"/>
          </ac:spMkLst>
        </pc:spChg>
        <pc:spChg chg="del mod">
          <ac:chgData name="Vishal shakyavanshi" userId="b1d5ed2b6c30e88b" providerId="LiveId" clId="{50FC4353-05F8-4FB3-A348-E16DBFEEF5E4}" dt="2026-10-02T04:45:40.388" v="1526" actId="21"/>
          <ac:spMkLst>
            <pc:docMk/>
            <pc:sldMk cId="0" sldId="268"/>
            <ac:spMk id="10" creationId="{00000000-0000-0000-0000-000000000000}"/>
          </ac:spMkLst>
        </pc:spChg>
        <pc:spChg chg="mod">
          <ac:chgData name="Vishal shakyavanshi" userId="b1d5ed2b6c30e88b" providerId="LiveId" clId="{50FC4353-05F8-4FB3-A348-E16DBFEEF5E4}" dt="2026-10-01T17:18:36.750" v="1192" actId="1076"/>
          <ac:spMkLst>
            <pc:docMk/>
            <pc:sldMk cId="0" sldId="268"/>
            <ac:spMk id="11" creationId="{00000000-0000-0000-0000-000000000000}"/>
          </ac:spMkLst>
        </pc:spChg>
        <pc:spChg chg="mod">
          <ac:chgData name="Vishal shakyavanshi" userId="b1d5ed2b6c30e88b" providerId="LiveId" clId="{50FC4353-05F8-4FB3-A348-E16DBFEEF5E4}" dt="2026-10-01T17:16:26.850" v="1189" actId="1076"/>
          <ac:spMkLst>
            <pc:docMk/>
            <pc:sldMk cId="0" sldId="268"/>
            <ac:spMk id="12" creationId="{00000000-0000-0000-0000-000000000000}"/>
          </ac:spMkLst>
        </pc:spChg>
        <pc:spChg chg="mod">
          <ac:chgData name="Vishal shakyavanshi" userId="b1d5ed2b6c30e88b" providerId="LiveId" clId="{50FC4353-05F8-4FB3-A348-E16DBFEEF5E4}" dt="2026-10-01T17:16:03.441" v="1188" actId="1076"/>
          <ac:spMkLst>
            <pc:docMk/>
            <pc:sldMk cId="0" sldId="268"/>
            <ac:spMk id="13" creationId="{00000000-0000-0000-0000-000000000000}"/>
          </ac:spMkLst>
        </pc:spChg>
        <pc:spChg chg="del mod">
          <ac:chgData name="Vishal shakyavanshi" userId="b1d5ed2b6c30e88b" providerId="LiveId" clId="{50FC4353-05F8-4FB3-A348-E16DBFEEF5E4}" dt="2026-10-02T04:45:37.281" v="1525" actId="21"/>
          <ac:spMkLst>
            <pc:docMk/>
            <pc:sldMk cId="0" sldId="268"/>
            <ac:spMk id="14" creationId="{00000000-0000-0000-0000-000000000000}"/>
          </ac:spMkLst>
        </pc:spChg>
        <pc:spChg chg="mod">
          <ac:chgData name="Vishal shakyavanshi" userId="b1d5ed2b6c30e88b" providerId="LiveId" clId="{50FC4353-05F8-4FB3-A348-E16DBFEEF5E4}" dt="2026-10-01T17:18:32.610" v="1191" actId="1076"/>
          <ac:spMkLst>
            <pc:docMk/>
            <pc:sldMk cId="0" sldId="268"/>
            <ac:spMk id="15" creationId="{00000000-0000-0000-0000-000000000000}"/>
          </ac:spMkLst>
        </pc:spChg>
        <pc:spChg chg="mod">
          <ac:chgData name="Vishal shakyavanshi" userId="b1d5ed2b6c30e88b" providerId="LiveId" clId="{50FC4353-05F8-4FB3-A348-E16DBFEEF5E4}" dt="2026-10-01T17:15:19.770" v="1180" actId="1076"/>
          <ac:spMkLst>
            <pc:docMk/>
            <pc:sldMk cId="0" sldId="268"/>
            <ac:spMk id="16" creationId="{00000000-0000-0000-0000-000000000000}"/>
          </ac:spMkLst>
        </pc:spChg>
        <pc:spChg chg="mod">
          <ac:chgData name="Vishal shakyavanshi" userId="b1d5ed2b6c30e88b" providerId="LiveId" clId="{50FC4353-05F8-4FB3-A348-E16DBFEEF5E4}" dt="2026-10-01T17:15:23.652" v="1181" actId="1076"/>
          <ac:spMkLst>
            <pc:docMk/>
            <pc:sldMk cId="0" sldId="268"/>
            <ac:spMk id="17" creationId="{00000000-0000-0000-0000-000000000000}"/>
          </ac:spMkLst>
        </pc:spChg>
        <pc:spChg chg="del mod">
          <ac:chgData name="Vishal shakyavanshi" userId="b1d5ed2b6c30e88b" providerId="LiveId" clId="{50FC4353-05F8-4FB3-A348-E16DBFEEF5E4}" dt="2026-10-02T04:45:33.689" v="1524" actId="21"/>
          <ac:spMkLst>
            <pc:docMk/>
            <pc:sldMk cId="0" sldId="268"/>
            <ac:spMk id="18" creationId="{00000000-0000-0000-0000-000000000000}"/>
          </ac:spMkLst>
        </pc:spChg>
        <pc:spChg chg="mod">
          <ac:chgData name="Vishal shakyavanshi" userId="b1d5ed2b6c30e88b" providerId="LiveId" clId="{50FC4353-05F8-4FB3-A348-E16DBFEEF5E4}" dt="2026-10-01T17:18:54.040" v="1195" actId="1076"/>
          <ac:spMkLst>
            <pc:docMk/>
            <pc:sldMk cId="0" sldId="268"/>
            <ac:spMk id="19" creationId="{00000000-0000-0000-0000-000000000000}"/>
          </ac:spMkLst>
        </pc:spChg>
        <pc:spChg chg="mod">
          <ac:chgData name="Vishal shakyavanshi" userId="b1d5ed2b6c30e88b" providerId="LiveId" clId="{50FC4353-05F8-4FB3-A348-E16DBFEEF5E4}" dt="2026-10-01T17:19:09.117" v="1198" actId="1076"/>
          <ac:spMkLst>
            <pc:docMk/>
            <pc:sldMk cId="0" sldId="268"/>
            <ac:spMk id="20" creationId="{00000000-0000-0000-0000-000000000000}"/>
          </ac:spMkLst>
        </pc:spChg>
        <pc:spChg chg="mod">
          <ac:chgData name="Vishal shakyavanshi" userId="b1d5ed2b6c30e88b" providerId="LiveId" clId="{50FC4353-05F8-4FB3-A348-E16DBFEEF5E4}" dt="2026-10-01T17:18:59.630" v="1196" actId="1076"/>
          <ac:spMkLst>
            <pc:docMk/>
            <pc:sldMk cId="0" sldId="268"/>
            <ac:spMk id="21" creationId="{00000000-0000-0000-0000-000000000000}"/>
          </ac:spMkLst>
        </pc:spChg>
        <pc:spChg chg="del mod">
          <ac:chgData name="Vishal shakyavanshi" userId="b1d5ed2b6c30e88b" providerId="LiveId" clId="{50FC4353-05F8-4FB3-A348-E16DBFEEF5E4}" dt="2026-10-01T17:09:05.203" v="1131" actId="21"/>
          <ac:spMkLst>
            <pc:docMk/>
            <pc:sldMk cId="0" sldId="268"/>
            <ac:spMk id="22" creationId="{00000000-0000-0000-0000-000000000000}"/>
          </ac:spMkLst>
        </pc:spChg>
        <pc:spChg chg="mod">
          <ac:chgData name="Vishal shakyavanshi" userId="b1d5ed2b6c30e88b" providerId="LiveId" clId="{50FC4353-05F8-4FB3-A348-E16DBFEEF5E4}" dt="2026-10-01T17:20:53.169" v="1221" actId="1076"/>
          <ac:spMkLst>
            <pc:docMk/>
            <pc:sldMk cId="0" sldId="268"/>
            <ac:spMk id="23" creationId="{00000000-0000-0000-0000-000000000000}"/>
          </ac:spMkLst>
        </pc:spChg>
        <pc:spChg chg="mod">
          <ac:chgData name="Vishal shakyavanshi" userId="b1d5ed2b6c30e88b" providerId="LiveId" clId="{50FC4353-05F8-4FB3-A348-E16DBFEEF5E4}" dt="2026-10-01T18:01:38.063" v="1479" actId="1076"/>
          <ac:spMkLst>
            <pc:docMk/>
            <pc:sldMk cId="0" sldId="268"/>
            <ac:spMk id="24" creationId="{00000000-0000-0000-0000-000000000000}"/>
          </ac:spMkLst>
        </pc:spChg>
        <pc:spChg chg="mod">
          <ac:chgData name="Vishal shakyavanshi" userId="b1d5ed2b6c30e88b" providerId="LiveId" clId="{50FC4353-05F8-4FB3-A348-E16DBFEEF5E4}" dt="2026-10-01T18:01:44.108" v="1480" actId="1076"/>
          <ac:spMkLst>
            <pc:docMk/>
            <pc:sldMk cId="0" sldId="268"/>
            <ac:spMk id="25" creationId="{00000000-0000-0000-0000-000000000000}"/>
          </ac:spMkLst>
        </pc:spChg>
        <pc:spChg chg="del mod">
          <ac:chgData name="Vishal shakyavanshi" userId="b1d5ed2b6c30e88b" providerId="LiveId" clId="{50FC4353-05F8-4FB3-A348-E16DBFEEF5E4}" dt="2026-10-02T04:45:23.802" v="1523" actId="21"/>
          <ac:spMkLst>
            <pc:docMk/>
            <pc:sldMk cId="0" sldId="268"/>
            <ac:spMk id="26" creationId="{00000000-0000-0000-0000-000000000000}"/>
          </ac:spMkLst>
        </pc:spChg>
        <pc:spChg chg="mod">
          <ac:chgData name="Vishal shakyavanshi" userId="b1d5ed2b6c30e88b" providerId="LiveId" clId="{50FC4353-05F8-4FB3-A348-E16DBFEEF5E4}" dt="2026-10-01T17:08:42.403" v="1128" actId="14100"/>
          <ac:spMkLst>
            <pc:docMk/>
            <pc:sldMk cId="0" sldId="268"/>
            <ac:spMk id="27" creationId="{00000000-0000-0000-0000-000000000000}"/>
          </ac:spMkLst>
        </pc:spChg>
        <pc:spChg chg="mod">
          <ac:chgData name="Vishal shakyavanshi" userId="b1d5ed2b6c30e88b" providerId="LiveId" clId="{50FC4353-05F8-4FB3-A348-E16DBFEEF5E4}" dt="2026-10-01T17:08:49.666" v="1129" actId="1076"/>
          <ac:spMkLst>
            <pc:docMk/>
            <pc:sldMk cId="0" sldId="268"/>
            <ac:spMk id="28" creationId="{00000000-0000-0000-0000-000000000000}"/>
          </ac:spMkLst>
        </pc:spChg>
        <pc:spChg chg="mod">
          <ac:chgData name="Vishal shakyavanshi" userId="b1d5ed2b6c30e88b" providerId="LiveId" clId="{50FC4353-05F8-4FB3-A348-E16DBFEEF5E4}" dt="2026-10-01T17:11:10.182" v="1150" actId="1076"/>
          <ac:spMkLst>
            <pc:docMk/>
            <pc:sldMk cId="0" sldId="268"/>
            <ac:spMk id="29" creationId="{00000000-0000-0000-0000-000000000000}"/>
          </ac:spMkLst>
        </pc:spChg>
        <pc:spChg chg="add del mod">
          <ac:chgData name="Vishal shakyavanshi" userId="b1d5ed2b6c30e88b" providerId="LiveId" clId="{50FC4353-05F8-4FB3-A348-E16DBFEEF5E4}" dt="2026-10-01T17:20:02.289" v="1208" actId="21"/>
          <ac:spMkLst>
            <pc:docMk/>
            <pc:sldMk cId="0" sldId="268"/>
            <ac:spMk id="30" creationId="{DD22605C-6671-493E-9C48-51B101307397}"/>
          </ac:spMkLst>
        </pc:spChg>
        <pc:spChg chg="add del mod">
          <ac:chgData name="Vishal shakyavanshi" userId="b1d5ed2b6c30e88b" providerId="LiveId" clId="{50FC4353-05F8-4FB3-A348-E16DBFEEF5E4}" dt="2026-10-01T17:20:15.936" v="1212"/>
          <ac:spMkLst>
            <pc:docMk/>
            <pc:sldMk cId="0" sldId="268"/>
            <ac:spMk id="31" creationId="{BE2C2BF6-31C2-47B0-A8EE-DD7989BEA6A5}"/>
          </ac:spMkLst>
        </pc:spChg>
        <pc:spChg chg="add del mod">
          <ac:chgData name="Vishal shakyavanshi" userId="b1d5ed2b6c30e88b" providerId="LiveId" clId="{50FC4353-05F8-4FB3-A348-E16DBFEEF5E4}" dt="2026-10-01T18:02:01.075" v="1483"/>
          <ac:spMkLst>
            <pc:docMk/>
            <pc:sldMk cId="0" sldId="268"/>
            <ac:spMk id="34" creationId="{503E9B48-8DB6-4639-B08D-3349D9F4B7B7}"/>
          </ac:spMkLst>
        </pc:spChg>
        <pc:picChg chg="add del mod">
          <ac:chgData name="Vishal shakyavanshi" userId="b1d5ed2b6c30e88b" providerId="LiveId" clId="{50FC4353-05F8-4FB3-A348-E16DBFEEF5E4}" dt="2026-10-01T17:20:27.912" v="1216" actId="21"/>
          <ac:picMkLst>
            <pc:docMk/>
            <pc:sldMk cId="0" sldId="268"/>
            <ac:picMk id="32" creationId="{BC287B85-69A8-4E64-80A0-C49CD45568AF}"/>
          </ac:picMkLst>
        </pc:picChg>
        <pc:picChg chg="add del mod">
          <ac:chgData name="Vishal shakyavanshi" userId="b1d5ed2b6c30e88b" providerId="LiveId" clId="{50FC4353-05F8-4FB3-A348-E16DBFEEF5E4}" dt="2026-10-01T18:01:29.570" v="1478" actId="21"/>
          <ac:picMkLst>
            <pc:docMk/>
            <pc:sldMk cId="0" sldId="268"/>
            <ac:picMk id="35" creationId="{ECAC0254-7D90-4EDC-A831-E1FD88EEA63E}"/>
          </ac:picMkLst>
        </pc:picChg>
      </pc:sldChg>
      <pc:sldChg chg="delSp modSp mod">
        <pc:chgData name="Vishal shakyavanshi" userId="b1d5ed2b6c30e88b" providerId="LiveId" clId="{50FC4353-05F8-4FB3-A348-E16DBFEEF5E4}" dt="2026-10-02T04:47:00.583" v="1534" actId="1076"/>
        <pc:sldMkLst>
          <pc:docMk/>
          <pc:sldMk cId="0" sldId="269"/>
        </pc:sldMkLst>
        <pc:spChg chg="mod">
          <ac:chgData name="Vishal shakyavanshi" userId="b1d5ed2b6c30e88b" providerId="LiveId" clId="{50FC4353-05F8-4FB3-A348-E16DBFEEF5E4}" dt="2026-10-01T17:12:35.269" v="1155" actId="1076"/>
          <ac:spMkLst>
            <pc:docMk/>
            <pc:sldMk cId="0" sldId="269"/>
            <ac:spMk id="2" creationId="{00000000-0000-0000-0000-000000000000}"/>
          </ac:spMkLst>
        </pc:spChg>
        <pc:spChg chg="mod">
          <ac:chgData name="Vishal shakyavanshi" userId="b1d5ed2b6c30e88b" providerId="LiveId" clId="{50FC4353-05F8-4FB3-A348-E16DBFEEF5E4}" dt="2026-10-01T17:12:39.235" v="1156" actId="1076"/>
          <ac:spMkLst>
            <pc:docMk/>
            <pc:sldMk cId="0" sldId="269"/>
            <ac:spMk id="3" creationId="{00000000-0000-0000-0000-000000000000}"/>
          </ac:spMkLst>
        </pc:spChg>
        <pc:spChg chg="mod">
          <ac:chgData name="Vishal shakyavanshi" userId="b1d5ed2b6c30e88b" providerId="LiveId" clId="{50FC4353-05F8-4FB3-A348-E16DBFEEF5E4}" dt="2026-10-01T17:12:49.316" v="1158" actId="14100"/>
          <ac:spMkLst>
            <pc:docMk/>
            <pc:sldMk cId="0" sldId="269"/>
            <ac:spMk id="4" creationId="{00000000-0000-0000-0000-000000000000}"/>
          </ac:spMkLst>
        </pc:spChg>
        <pc:spChg chg="del mod">
          <ac:chgData name="Vishal shakyavanshi" userId="b1d5ed2b6c30e88b" providerId="LiveId" clId="{50FC4353-05F8-4FB3-A348-E16DBFEEF5E4}" dt="2026-10-02T04:46:08.759" v="1528" actId="21"/>
          <ac:spMkLst>
            <pc:docMk/>
            <pc:sldMk cId="0" sldId="269"/>
            <ac:spMk id="6" creationId="{00000000-0000-0000-0000-000000000000}"/>
          </ac:spMkLst>
        </pc:spChg>
        <pc:spChg chg="mod">
          <ac:chgData name="Vishal shakyavanshi" userId="b1d5ed2b6c30e88b" providerId="LiveId" clId="{50FC4353-05F8-4FB3-A348-E16DBFEEF5E4}" dt="2026-10-02T04:46:54.429" v="1533" actId="1076"/>
          <ac:spMkLst>
            <pc:docMk/>
            <pc:sldMk cId="0" sldId="269"/>
            <ac:spMk id="7" creationId="{00000000-0000-0000-0000-000000000000}"/>
          </ac:spMkLst>
        </pc:spChg>
        <pc:spChg chg="mod">
          <ac:chgData name="Vishal shakyavanshi" userId="b1d5ed2b6c30e88b" providerId="LiveId" clId="{50FC4353-05F8-4FB3-A348-E16DBFEEF5E4}" dt="2026-10-02T04:47:00.583" v="1534" actId="1076"/>
          <ac:spMkLst>
            <pc:docMk/>
            <pc:sldMk cId="0" sldId="269"/>
            <ac:spMk id="8" creationId="{00000000-0000-0000-0000-000000000000}"/>
          </ac:spMkLst>
        </pc:spChg>
        <pc:spChg chg="mod">
          <ac:chgData name="Vishal shakyavanshi" userId="b1d5ed2b6c30e88b" providerId="LiveId" clId="{50FC4353-05F8-4FB3-A348-E16DBFEEF5E4}" dt="2026-10-02T04:46:39.008" v="1531" actId="21"/>
          <ac:spMkLst>
            <pc:docMk/>
            <pc:sldMk cId="0" sldId="269"/>
            <ac:spMk id="9" creationId="{00000000-0000-0000-0000-000000000000}"/>
          </ac:spMkLst>
        </pc:spChg>
        <pc:graphicFrameChg chg="mod modGraphic">
          <ac:chgData name="Vishal shakyavanshi" userId="b1d5ed2b6c30e88b" providerId="LiveId" clId="{50FC4353-05F8-4FB3-A348-E16DBFEEF5E4}" dt="2026-10-01T17:13:19.500" v="1162" actId="14100"/>
          <ac:graphicFrameMkLst>
            <pc:docMk/>
            <pc:sldMk cId="0" sldId="269"/>
            <ac:graphicFrameMk id="15" creationId="{00000000-0000-0000-0000-000000000000}"/>
          </ac:graphicFrameMkLst>
        </pc:graphicFrameChg>
      </pc:sldChg>
      <pc:sldChg chg="modSp mod">
        <pc:chgData name="Vishal shakyavanshi" userId="b1d5ed2b6c30e88b" providerId="LiveId" clId="{50FC4353-05F8-4FB3-A348-E16DBFEEF5E4}" dt="2026-10-02T04:50:02.389" v="1561" actId="1076"/>
        <pc:sldMkLst>
          <pc:docMk/>
          <pc:sldMk cId="0" sldId="270"/>
        </pc:sldMkLst>
        <pc:spChg chg="mod">
          <ac:chgData name="Vishal shakyavanshi" userId="b1d5ed2b6c30e88b" providerId="LiveId" clId="{50FC4353-05F8-4FB3-A348-E16DBFEEF5E4}" dt="2026-10-01T17:26:51.087" v="1249" actId="122"/>
          <ac:spMkLst>
            <pc:docMk/>
            <pc:sldMk cId="0" sldId="270"/>
            <ac:spMk id="2" creationId="{00000000-0000-0000-0000-000000000000}"/>
          </ac:spMkLst>
        </pc:spChg>
        <pc:spChg chg="mod">
          <ac:chgData name="Vishal shakyavanshi" userId="b1d5ed2b6c30e88b" providerId="LiveId" clId="{50FC4353-05F8-4FB3-A348-E16DBFEEF5E4}" dt="2026-10-02T04:50:02.389" v="1561" actId="1076"/>
          <ac:spMkLst>
            <pc:docMk/>
            <pc:sldMk cId="0" sldId="270"/>
            <ac:spMk id="3" creationId="{00000000-0000-0000-0000-000000000000}"/>
          </ac:spMkLst>
        </pc:spChg>
        <pc:spChg chg="mod">
          <ac:chgData name="Vishal shakyavanshi" userId="b1d5ed2b6c30e88b" providerId="LiveId" clId="{50FC4353-05F8-4FB3-A348-E16DBFEEF5E4}" dt="2026-10-02T04:49:54.326" v="1560" actId="14100"/>
          <ac:spMkLst>
            <pc:docMk/>
            <pc:sldMk cId="0" sldId="270"/>
            <ac:spMk id="4" creationId="{00000000-0000-0000-0000-000000000000}"/>
          </ac:spMkLst>
        </pc:spChg>
        <pc:spChg chg="mod">
          <ac:chgData name="Vishal shakyavanshi" userId="b1d5ed2b6c30e88b" providerId="LiveId" clId="{50FC4353-05F8-4FB3-A348-E16DBFEEF5E4}" dt="2026-10-01T17:23:52.297" v="1247" actId="14100"/>
          <ac:spMkLst>
            <pc:docMk/>
            <pc:sldMk cId="0" sldId="270"/>
            <ac:spMk id="5" creationId="{00000000-0000-0000-0000-000000000000}"/>
          </ac:spMkLst>
        </pc:spChg>
        <pc:spChg chg="mod">
          <ac:chgData name="Vishal shakyavanshi" userId="b1d5ed2b6c30e88b" providerId="LiveId" clId="{50FC4353-05F8-4FB3-A348-E16DBFEEF5E4}" dt="2026-10-02T04:49:30.151" v="1556" actId="1076"/>
          <ac:spMkLst>
            <pc:docMk/>
            <pc:sldMk cId="0" sldId="270"/>
            <ac:spMk id="6" creationId="{00000000-0000-0000-0000-000000000000}"/>
          </ac:spMkLst>
        </pc:spChg>
        <pc:spChg chg="mod">
          <ac:chgData name="Vishal shakyavanshi" userId="b1d5ed2b6c30e88b" providerId="LiveId" clId="{50FC4353-05F8-4FB3-A348-E16DBFEEF5E4}" dt="2026-10-02T04:49:36.889" v="1557" actId="14100"/>
          <ac:spMkLst>
            <pc:docMk/>
            <pc:sldMk cId="0" sldId="270"/>
            <ac:spMk id="7" creationId="{00000000-0000-0000-0000-000000000000}"/>
          </ac:spMkLst>
        </pc:spChg>
        <pc:spChg chg="mod">
          <ac:chgData name="Vishal shakyavanshi" userId="b1d5ed2b6c30e88b" providerId="LiveId" clId="{50FC4353-05F8-4FB3-A348-E16DBFEEF5E4}" dt="2026-10-02T04:49:19.797" v="1555" actId="1076"/>
          <ac:spMkLst>
            <pc:docMk/>
            <pc:sldMk cId="0" sldId="270"/>
            <ac:spMk id="8" creationId="{00000000-0000-0000-0000-000000000000}"/>
          </ac:spMkLst>
        </pc:spChg>
        <pc:spChg chg="mod">
          <ac:chgData name="Vishal shakyavanshi" userId="b1d5ed2b6c30e88b" providerId="LiveId" clId="{50FC4353-05F8-4FB3-A348-E16DBFEEF5E4}" dt="2026-10-02T04:47:53.943" v="1540" actId="255"/>
          <ac:spMkLst>
            <pc:docMk/>
            <pc:sldMk cId="0" sldId="270"/>
            <ac:spMk id="9" creationId="{00000000-0000-0000-0000-000000000000}"/>
          </ac:spMkLst>
        </pc:spChg>
        <pc:spChg chg="mod">
          <ac:chgData name="Vishal shakyavanshi" userId="b1d5ed2b6c30e88b" providerId="LiveId" clId="{50FC4353-05F8-4FB3-A348-E16DBFEEF5E4}" dt="2026-10-01T17:54:21.316" v="1449" actId="14100"/>
          <ac:spMkLst>
            <pc:docMk/>
            <pc:sldMk cId="0" sldId="270"/>
            <ac:spMk id="10" creationId="{00000000-0000-0000-0000-000000000000}"/>
          </ac:spMkLst>
        </pc:spChg>
        <pc:spChg chg="mod">
          <ac:chgData name="Vishal shakyavanshi" userId="b1d5ed2b6c30e88b" providerId="LiveId" clId="{50FC4353-05F8-4FB3-A348-E16DBFEEF5E4}" dt="2026-10-02T04:48:14.327" v="1545" actId="1076"/>
          <ac:spMkLst>
            <pc:docMk/>
            <pc:sldMk cId="0" sldId="270"/>
            <ac:spMk id="11" creationId="{00000000-0000-0000-0000-000000000000}"/>
          </ac:spMkLst>
        </pc:spChg>
        <pc:spChg chg="mod">
          <ac:chgData name="Vishal shakyavanshi" userId="b1d5ed2b6c30e88b" providerId="LiveId" clId="{50FC4353-05F8-4FB3-A348-E16DBFEEF5E4}" dt="2026-10-02T04:48:30.617" v="1548" actId="14100"/>
          <ac:spMkLst>
            <pc:docMk/>
            <pc:sldMk cId="0" sldId="270"/>
            <ac:spMk id="12" creationId="{00000000-0000-0000-0000-000000000000}"/>
          </ac:spMkLst>
        </pc:spChg>
        <pc:spChg chg="mod">
          <ac:chgData name="Vishal shakyavanshi" userId="b1d5ed2b6c30e88b" providerId="LiveId" clId="{50FC4353-05F8-4FB3-A348-E16DBFEEF5E4}" dt="2026-10-02T04:49:14.117" v="1554" actId="1076"/>
          <ac:spMkLst>
            <pc:docMk/>
            <pc:sldMk cId="0" sldId="270"/>
            <ac:spMk id="13" creationId="{00000000-0000-0000-0000-000000000000}"/>
          </ac:spMkLst>
        </pc:spChg>
        <pc:spChg chg="mod">
          <ac:chgData name="Vishal shakyavanshi" userId="b1d5ed2b6c30e88b" providerId="LiveId" clId="{50FC4353-05F8-4FB3-A348-E16DBFEEF5E4}" dt="2026-10-01T17:55:00.639" v="1451" actId="1076"/>
          <ac:spMkLst>
            <pc:docMk/>
            <pc:sldMk cId="0" sldId="270"/>
            <ac:spMk id="14" creationId="{00000000-0000-0000-0000-000000000000}"/>
          </ac:spMkLst>
        </pc:spChg>
        <pc:spChg chg="mod">
          <ac:chgData name="Vishal shakyavanshi" userId="b1d5ed2b6c30e88b" providerId="LiveId" clId="{50FC4353-05F8-4FB3-A348-E16DBFEEF5E4}" dt="2026-10-01T17:56:04.329" v="1457" actId="14100"/>
          <ac:spMkLst>
            <pc:docMk/>
            <pc:sldMk cId="0" sldId="270"/>
            <ac:spMk id="15" creationId="{00000000-0000-0000-0000-000000000000}"/>
          </ac:spMkLst>
        </pc:spChg>
        <pc:spChg chg="mod">
          <ac:chgData name="Vishal shakyavanshi" userId="b1d5ed2b6c30e88b" providerId="LiveId" clId="{50FC4353-05F8-4FB3-A348-E16DBFEEF5E4}" dt="2026-10-02T04:48:37.253" v="1549" actId="14100"/>
          <ac:spMkLst>
            <pc:docMk/>
            <pc:sldMk cId="0" sldId="270"/>
            <ac:spMk id="16" creationId="{00000000-0000-0000-0000-000000000000}"/>
          </ac:spMkLst>
        </pc:spChg>
        <pc:spChg chg="mod">
          <ac:chgData name="Vishal shakyavanshi" userId="b1d5ed2b6c30e88b" providerId="LiveId" clId="{50FC4353-05F8-4FB3-A348-E16DBFEEF5E4}" dt="2026-10-02T04:48:46.867" v="1550" actId="14100"/>
          <ac:spMkLst>
            <pc:docMk/>
            <pc:sldMk cId="0" sldId="270"/>
            <ac:spMk id="17" creationId="{00000000-0000-0000-0000-000000000000}"/>
          </ac:spMkLst>
        </pc:spChg>
        <pc:spChg chg="mod">
          <ac:chgData name="Vishal shakyavanshi" userId="b1d5ed2b6c30e88b" providerId="LiveId" clId="{50FC4353-05F8-4FB3-A348-E16DBFEEF5E4}" dt="2026-10-01T17:56:16" v="1458" actId="1076"/>
          <ac:spMkLst>
            <pc:docMk/>
            <pc:sldMk cId="0" sldId="270"/>
            <ac:spMk id="18" creationId="{00000000-0000-0000-0000-000000000000}"/>
          </ac:spMkLst>
        </pc:spChg>
        <pc:spChg chg="mod">
          <ac:chgData name="Vishal shakyavanshi" userId="b1d5ed2b6c30e88b" providerId="LiveId" clId="{50FC4353-05F8-4FB3-A348-E16DBFEEF5E4}" dt="2026-10-01T17:56:32.541" v="1459" actId="1076"/>
          <ac:spMkLst>
            <pc:docMk/>
            <pc:sldMk cId="0" sldId="270"/>
            <ac:spMk id="19" creationId="{00000000-0000-0000-0000-000000000000}"/>
          </ac:spMkLst>
        </pc:spChg>
        <pc:spChg chg="mod">
          <ac:chgData name="Vishal shakyavanshi" userId="b1d5ed2b6c30e88b" providerId="LiveId" clId="{50FC4353-05F8-4FB3-A348-E16DBFEEF5E4}" dt="2026-10-01T17:57:22.971" v="1464" actId="14100"/>
          <ac:spMkLst>
            <pc:docMk/>
            <pc:sldMk cId="0" sldId="270"/>
            <ac:spMk id="20" creationId="{00000000-0000-0000-0000-000000000000}"/>
          </ac:spMkLst>
        </pc:spChg>
        <pc:spChg chg="mod">
          <ac:chgData name="Vishal shakyavanshi" userId="b1d5ed2b6c30e88b" providerId="LiveId" clId="{50FC4353-05F8-4FB3-A348-E16DBFEEF5E4}" dt="2026-10-02T04:48:54.431" v="1551" actId="1076"/>
          <ac:spMkLst>
            <pc:docMk/>
            <pc:sldMk cId="0" sldId="270"/>
            <ac:spMk id="21" creationId="{00000000-0000-0000-0000-000000000000}"/>
          </ac:spMkLst>
        </pc:spChg>
        <pc:spChg chg="mod">
          <ac:chgData name="Vishal shakyavanshi" userId="b1d5ed2b6c30e88b" providerId="LiveId" clId="{50FC4353-05F8-4FB3-A348-E16DBFEEF5E4}" dt="2026-10-02T04:49:01.857" v="1552" actId="14100"/>
          <ac:spMkLst>
            <pc:docMk/>
            <pc:sldMk cId="0" sldId="270"/>
            <ac:spMk id="22" creationId="{00000000-0000-0000-0000-000000000000}"/>
          </ac:spMkLst>
        </pc:spChg>
        <pc:spChg chg="mod">
          <ac:chgData name="Vishal shakyavanshi" userId="b1d5ed2b6c30e88b" providerId="LiveId" clId="{50FC4353-05F8-4FB3-A348-E16DBFEEF5E4}" dt="2026-10-02T04:49:10.927" v="1553" actId="1076"/>
          <ac:spMkLst>
            <pc:docMk/>
            <pc:sldMk cId="0" sldId="270"/>
            <ac:spMk id="23" creationId="{00000000-0000-0000-0000-000000000000}"/>
          </ac:spMkLst>
        </pc:spChg>
        <pc:spChg chg="mod">
          <ac:chgData name="Vishal shakyavanshi" userId="b1d5ed2b6c30e88b" providerId="LiveId" clId="{50FC4353-05F8-4FB3-A348-E16DBFEEF5E4}" dt="2026-10-01T17:57:39.688" v="1466" actId="14100"/>
          <ac:spMkLst>
            <pc:docMk/>
            <pc:sldMk cId="0" sldId="270"/>
            <ac:spMk id="24" creationId="{00000000-0000-0000-0000-000000000000}"/>
          </ac:spMkLst>
        </pc:spChg>
        <pc:spChg chg="mod">
          <ac:chgData name="Vishal shakyavanshi" userId="b1d5ed2b6c30e88b" providerId="LiveId" clId="{50FC4353-05F8-4FB3-A348-E16DBFEEF5E4}" dt="2026-10-01T17:26:51.087" v="1249" actId="122"/>
          <ac:spMkLst>
            <pc:docMk/>
            <pc:sldMk cId="0" sldId="270"/>
            <ac:spMk id="25" creationId="{00000000-0000-0000-0000-000000000000}"/>
          </ac:spMkLst>
        </pc:spChg>
      </pc:sldChg>
      <pc:sldChg chg="delSp modSp mod">
        <pc:chgData name="Vishal shakyavanshi" userId="b1d5ed2b6c30e88b" providerId="LiveId" clId="{50FC4353-05F8-4FB3-A348-E16DBFEEF5E4}" dt="2026-10-02T04:55:58.211" v="1600" actId="14100"/>
        <pc:sldMkLst>
          <pc:docMk/>
          <pc:sldMk cId="0" sldId="271"/>
        </pc:sldMkLst>
        <pc:spChg chg="mod">
          <ac:chgData name="Vishal shakyavanshi" userId="b1d5ed2b6c30e88b" providerId="LiveId" clId="{50FC4353-05F8-4FB3-A348-E16DBFEEF5E4}" dt="2026-10-02T04:51:04.110" v="1565" actId="14100"/>
          <ac:spMkLst>
            <pc:docMk/>
            <pc:sldMk cId="0" sldId="271"/>
            <ac:spMk id="2" creationId="{00000000-0000-0000-0000-000000000000}"/>
          </ac:spMkLst>
        </pc:spChg>
        <pc:spChg chg="mod">
          <ac:chgData name="Vishal shakyavanshi" userId="b1d5ed2b6c30e88b" providerId="LiveId" clId="{50FC4353-05F8-4FB3-A348-E16DBFEEF5E4}" dt="2026-10-01T17:36:06.481" v="1308" actId="1076"/>
          <ac:spMkLst>
            <pc:docMk/>
            <pc:sldMk cId="0" sldId="271"/>
            <ac:spMk id="3" creationId="{00000000-0000-0000-0000-000000000000}"/>
          </ac:spMkLst>
        </pc:spChg>
        <pc:spChg chg="mod">
          <ac:chgData name="Vishal shakyavanshi" userId="b1d5ed2b6c30e88b" providerId="LiveId" clId="{50FC4353-05F8-4FB3-A348-E16DBFEEF5E4}" dt="2026-10-02T04:50:50.238" v="1563" actId="14100"/>
          <ac:spMkLst>
            <pc:docMk/>
            <pc:sldMk cId="0" sldId="271"/>
            <ac:spMk id="4" creationId="{00000000-0000-0000-0000-000000000000}"/>
          </ac:spMkLst>
        </pc:spChg>
        <pc:spChg chg="mod">
          <ac:chgData name="Vishal shakyavanshi" userId="b1d5ed2b6c30e88b" providerId="LiveId" clId="{50FC4353-05F8-4FB3-A348-E16DBFEEF5E4}" dt="2026-10-02T04:54:19.937" v="1589" actId="14100"/>
          <ac:spMkLst>
            <pc:docMk/>
            <pc:sldMk cId="0" sldId="271"/>
            <ac:spMk id="5" creationId="{00000000-0000-0000-0000-000000000000}"/>
          </ac:spMkLst>
        </pc:spChg>
        <pc:spChg chg="mod">
          <ac:chgData name="Vishal shakyavanshi" userId="b1d5ed2b6c30e88b" providerId="LiveId" clId="{50FC4353-05F8-4FB3-A348-E16DBFEEF5E4}" dt="2026-10-02T04:51:16.170" v="1566" actId="1076"/>
          <ac:spMkLst>
            <pc:docMk/>
            <pc:sldMk cId="0" sldId="271"/>
            <ac:spMk id="6" creationId="{00000000-0000-0000-0000-000000000000}"/>
          </ac:spMkLst>
        </pc:spChg>
        <pc:spChg chg="mod">
          <ac:chgData name="Vishal shakyavanshi" userId="b1d5ed2b6c30e88b" providerId="LiveId" clId="{50FC4353-05F8-4FB3-A348-E16DBFEEF5E4}" dt="2026-10-01T17:34:19.179" v="1285" actId="1076"/>
          <ac:spMkLst>
            <pc:docMk/>
            <pc:sldMk cId="0" sldId="271"/>
            <ac:spMk id="7" creationId="{00000000-0000-0000-0000-000000000000}"/>
          </ac:spMkLst>
        </pc:spChg>
        <pc:spChg chg="mod">
          <ac:chgData name="Vishal shakyavanshi" userId="b1d5ed2b6c30e88b" providerId="LiveId" clId="{50FC4353-05F8-4FB3-A348-E16DBFEEF5E4}" dt="2026-10-02T04:55:29.430" v="1597" actId="1076"/>
          <ac:spMkLst>
            <pc:docMk/>
            <pc:sldMk cId="0" sldId="271"/>
            <ac:spMk id="8" creationId="{00000000-0000-0000-0000-000000000000}"/>
          </ac:spMkLst>
        </pc:spChg>
        <pc:spChg chg="mod">
          <ac:chgData name="Vishal shakyavanshi" userId="b1d5ed2b6c30e88b" providerId="LiveId" clId="{50FC4353-05F8-4FB3-A348-E16DBFEEF5E4}" dt="2026-10-02T04:54:39.514" v="1591" actId="1076"/>
          <ac:spMkLst>
            <pc:docMk/>
            <pc:sldMk cId="0" sldId="271"/>
            <ac:spMk id="9" creationId="{00000000-0000-0000-0000-000000000000}"/>
          </ac:spMkLst>
        </pc:spChg>
        <pc:spChg chg="mod">
          <ac:chgData name="Vishal shakyavanshi" userId="b1d5ed2b6c30e88b" providerId="LiveId" clId="{50FC4353-05F8-4FB3-A348-E16DBFEEF5E4}" dt="2026-10-02T04:55:37.967" v="1598" actId="14100"/>
          <ac:spMkLst>
            <pc:docMk/>
            <pc:sldMk cId="0" sldId="271"/>
            <ac:spMk id="10" creationId="{00000000-0000-0000-0000-000000000000}"/>
          </ac:spMkLst>
        </pc:spChg>
        <pc:spChg chg="mod">
          <ac:chgData name="Vishal shakyavanshi" userId="b1d5ed2b6c30e88b" providerId="LiveId" clId="{50FC4353-05F8-4FB3-A348-E16DBFEEF5E4}" dt="2026-10-02T04:55:00.780" v="1594" actId="1076"/>
          <ac:spMkLst>
            <pc:docMk/>
            <pc:sldMk cId="0" sldId="271"/>
            <ac:spMk id="11" creationId="{00000000-0000-0000-0000-000000000000}"/>
          </ac:spMkLst>
        </pc:spChg>
        <pc:spChg chg="mod">
          <ac:chgData name="Vishal shakyavanshi" userId="b1d5ed2b6c30e88b" providerId="LiveId" clId="{50FC4353-05F8-4FB3-A348-E16DBFEEF5E4}" dt="2026-10-02T04:55:06.736" v="1595" actId="1076"/>
          <ac:spMkLst>
            <pc:docMk/>
            <pc:sldMk cId="0" sldId="271"/>
            <ac:spMk id="12" creationId="{00000000-0000-0000-0000-000000000000}"/>
          </ac:spMkLst>
        </pc:spChg>
        <pc:spChg chg="mod">
          <ac:chgData name="Vishal shakyavanshi" userId="b1d5ed2b6c30e88b" providerId="LiveId" clId="{50FC4353-05F8-4FB3-A348-E16DBFEEF5E4}" dt="2026-10-02T04:52:49.649" v="1577" actId="1076"/>
          <ac:spMkLst>
            <pc:docMk/>
            <pc:sldMk cId="0" sldId="271"/>
            <ac:spMk id="13" creationId="{00000000-0000-0000-0000-000000000000}"/>
          </ac:spMkLst>
        </pc:spChg>
        <pc:spChg chg="mod">
          <ac:chgData name="Vishal shakyavanshi" userId="b1d5ed2b6c30e88b" providerId="LiveId" clId="{50FC4353-05F8-4FB3-A348-E16DBFEEF5E4}" dt="2026-10-02T04:51:47.600" v="1570" actId="1076"/>
          <ac:spMkLst>
            <pc:docMk/>
            <pc:sldMk cId="0" sldId="271"/>
            <ac:spMk id="14" creationId="{00000000-0000-0000-0000-000000000000}"/>
          </ac:spMkLst>
        </pc:spChg>
        <pc:spChg chg="mod">
          <ac:chgData name="Vishal shakyavanshi" userId="b1d5ed2b6c30e88b" providerId="LiveId" clId="{50FC4353-05F8-4FB3-A348-E16DBFEEF5E4}" dt="2026-10-02T04:55:18.361" v="1596" actId="1076"/>
          <ac:spMkLst>
            <pc:docMk/>
            <pc:sldMk cId="0" sldId="271"/>
            <ac:spMk id="15" creationId="{00000000-0000-0000-0000-000000000000}"/>
          </ac:spMkLst>
        </pc:spChg>
        <pc:spChg chg="mod">
          <ac:chgData name="Vishal shakyavanshi" userId="b1d5ed2b6c30e88b" providerId="LiveId" clId="{50FC4353-05F8-4FB3-A348-E16DBFEEF5E4}" dt="2026-10-01T17:35:58.480" v="1307" actId="1076"/>
          <ac:spMkLst>
            <pc:docMk/>
            <pc:sldMk cId="0" sldId="271"/>
            <ac:spMk id="16" creationId="{00000000-0000-0000-0000-000000000000}"/>
          </ac:spMkLst>
        </pc:spChg>
        <pc:spChg chg="mod">
          <ac:chgData name="Vishal shakyavanshi" userId="b1d5ed2b6c30e88b" providerId="LiveId" clId="{50FC4353-05F8-4FB3-A348-E16DBFEEF5E4}" dt="2026-10-02T04:53:39.342" v="1585" actId="14100"/>
          <ac:spMkLst>
            <pc:docMk/>
            <pc:sldMk cId="0" sldId="271"/>
            <ac:spMk id="17" creationId="{00000000-0000-0000-0000-000000000000}"/>
          </ac:spMkLst>
        </pc:spChg>
        <pc:spChg chg="mod">
          <ac:chgData name="Vishal shakyavanshi" userId="b1d5ed2b6c30e88b" providerId="LiveId" clId="{50FC4353-05F8-4FB3-A348-E16DBFEEF5E4}" dt="2026-10-01T17:34:29.211" v="1288" actId="1076"/>
          <ac:spMkLst>
            <pc:docMk/>
            <pc:sldMk cId="0" sldId="271"/>
            <ac:spMk id="18" creationId="{00000000-0000-0000-0000-000000000000}"/>
          </ac:spMkLst>
        </pc:spChg>
        <pc:spChg chg="mod">
          <ac:chgData name="Vishal shakyavanshi" userId="b1d5ed2b6c30e88b" providerId="LiveId" clId="{50FC4353-05F8-4FB3-A348-E16DBFEEF5E4}" dt="2026-10-01T17:34:05.037" v="1282" actId="1076"/>
          <ac:spMkLst>
            <pc:docMk/>
            <pc:sldMk cId="0" sldId="271"/>
            <ac:spMk id="19" creationId="{00000000-0000-0000-0000-000000000000}"/>
          </ac:spMkLst>
        </pc:spChg>
        <pc:spChg chg="mod">
          <ac:chgData name="Vishal shakyavanshi" userId="b1d5ed2b6c30e88b" providerId="LiveId" clId="{50FC4353-05F8-4FB3-A348-E16DBFEEF5E4}" dt="2026-10-02T04:53:51.292" v="1586" actId="1076"/>
          <ac:spMkLst>
            <pc:docMk/>
            <pc:sldMk cId="0" sldId="271"/>
            <ac:spMk id="20" creationId="{00000000-0000-0000-0000-000000000000}"/>
          </ac:spMkLst>
        </pc:spChg>
        <pc:spChg chg="mod">
          <ac:chgData name="Vishal shakyavanshi" userId="b1d5ed2b6c30e88b" providerId="LiveId" clId="{50FC4353-05F8-4FB3-A348-E16DBFEEF5E4}" dt="2026-10-01T17:34:50.671" v="1294" actId="1076"/>
          <ac:spMkLst>
            <pc:docMk/>
            <pc:sldMk cId="0" sldId="271"/>
            <ac:spMk id="21" creationId="{00000000-0000-0000-0000-000000000000}"/>
          </ac:spMkLst>
        </pc:spChg>
        <pc:spChg chg="mod">
          <ac:chgData name="Vishal shakyavanshi" userId="b1d5ed2b6c30e88b" providerId="LiveId" clId="{50FC4353-05F8-4FB3-A348-E16DBFEEF5E4}" dt="2026-10-01T17:34:54.651" v="1295" actId="1076"/>
          <ac:spMkLst>
            <pc:docMk/>
            <pc:sldMk cId="0" sldId="271"/>
            <ac:spMk id="22" creationId="{00000000-0000-0000-0000-000000000000}"/>
          </ac:spMkLst>
        </pc:spChg>
        <pc:spChg chg="mod">
          <ac:chgData name="Vishal shakyavanshi" userId="b1d5ed2b6c30e88b" providerId="LiveId" clId="{50FC4353-05F8-4FB3-A348-E16DBFEEF5E4}" dt="2026-10-02T04:55:49.755" v="1599" actId="1076"/>
          <ac:spMkLst>
            <pc:docMk/>
            <pc:sldMk cId="0" sldId="271"/>
            <ac:spMk id="23" creationId="{00000000-0000-0000-0000-000000000000}"/>
          </ac:spMkLst>
        </pc:spChg>
        <pc:spChg chg="mod">
          <ac:chgData name="Vishal shakyavanshi" userId="b1d5ed2b6c30e88b" providerId="LiveId" clId="{50FC4353-05F8-4FB3-A348-E16DBFEEF5E4}" dt="2026-10-02T04:54:27.339" v="1590" actId="1076"/>
          <ac:spMkLst>
            <pc:docMk/>
            <pc:sldMk cId="0" sldId="271"/>
            <ac:spMk id="24" creationId="{00000000-0000-0000-0000-000000000000}"/>
          </ac:spMkLst>
        </pc:spChg>
        <pc:spChg chg="mod">
          <ac:chgData name="Vishal shakyavanshi" userId="b1d5ed2b6c30e88b" providerId="LiveId" clId="{50FC4353-05F8-4FB3-A348-E16DBFEEF5E4}" dt="2026-10-02T04:55:58.211" v="1600" actId="14100"/>
          <ac:spMkLst>
            <pc:docMk/>
            <pc:sldMk cId="0" sldId="271"/>
            <ac:spMk id="25" creationId="{00000000-0000-0000-0000-000000000000}"/>
          </ac:spMkLst>
        </pc:spChg>
        <pc:spChg chg="mod">
          <ac:chgData name="Vishal shakyavanshi" userId="b1d5ed2b6c30e88b" providerId="LiveId" clId="{50FC4353-05F8-4FB3-A348-E16DBFEEF5E4}" dt="2026-10-02T04:54:00.136" v="1587" actId="1076"/>
          <ac:spMkLst>
            <pc:docMk/>
            <pc:sldMk cId="0" sldId="271"/>
            <ac:spMk id="26" creationId="{00000000-0000-0000-0000-000000000000}"/>
          </ac:spMkLst>
        </pc:spChg>
        <pc:spChg chg="mod">
          <ac:chgData name="Vishal shakyavanshi" userId="b1d5ed2b6c30e88b" providerId="LiveId" clId="{50FC4353-05F8-4FB3-A348-E16DBFEEF5E4}" dt="2026-10-02T04:53:24.880" v="1583" actId="1076"/>
          <ac:spMkLst>
            <pc:docMk/>
            <pc:sldMk cId="0" sldId="271"/>
            <ac:spMk id="27" creationId="{00000000-0000-0000-0000-000000000000}"/>
          </ac:spMkLst>
        </pc:spChg>
        <pc:spChg chg="mod">
          <ac:chgData name="Vishal shakyavanshi" userId="b1d5ed2b6c30e88b" providerId="LiveId" clId="{50FC4353-05F8-4FB3-A348-E16DBFEEF5E4}" dt="2026-10-02T04:53:14.235" v="1582" actId="1076"/>
          <ac:spMkLst>
            <pc:docMk/>
            <pc:sldMk cId="0" sldId="271"/>
            <ac:spMk id="28" creationId="{00000000-0000-0000-0000-000000000000}"/>
          </ac:spMkLst>
        </pc:spChg>
        <pc:spChg chg="del mod">
          <ac:chgData name="Vishal shakyavanshi" userId="b1d5ed2b6c30e88b" providerId="LiveId" clId="{50FC4353-05F8-4FB3-A348-E16DBFEEF5E4}" dt="2026-10-01T17:36:15.836" v="1309" actId="478"/>
          <ac:spMkLst>
            <pc:docMk/>
            <pc:sldMk cId="0" sldId="271"/>
            <ac:spMk id="29" creationId="{00000000-0000-0000-0000-000000000000}"/>
          </ac:spMkLst>
        </pc:spChg>
      </pc:sldChg>
      <pc:sldChg chg="modSp mod">
        <pc:chgData name="Vishal shakyavanshi" userId="b1d5ed2b6c30e88b" providerId="LiveId" clId="{50FC4353-05F8-4FB3-A348-E16DBFEEF5E4}" dt="2026-10-01T17:37:09.465" v="1319" actId="1076"/>
        <pc:sldMkLst>
          <pc:docMk/>
          <pc:sldMk cId="0" sldId="272"/>
        </pc:sldMkLst>
        <pc:spChg chg="mod">
          <ac:chgData name="Vishal shakyavanshi" userId="b1d5ed2b6c30e88b" providerId="LiveId" clId="{50FC4353-05F8-4FB3-A348-E16DBFEEF5E4}" dt="2026-10-01T17:36:52.143" v="1316" actId="1076"/>
          <ac:spMkLst>
            <pc:docMk/>
            <pc:sldMk cId="0" sldId="272"/>
            <ac:spMk id="2" creationId="{00000000-0000-0000-0000-000000000000}"/>
          </ac:spMkLst>
        </pc:spChg>
        <pc:spChg chg="mod">
          <ac:chgData name="Vishal shakyavanshi" userId="b1d5ed2b6c30e88b" providerId="LiveId" clId="{50FC4353-05F8-4FB3-A348-E16DBFEEF5E4}" dt="2026-10-01T17:36:56.014" v="1317" actId="1076"/>
          <ac:spMkLst>
            <pc:docMk/>
            <pc:sldMk cId="0" sldId="272"/>
            <ac:spMk id="3" creationId="{00000000-0000-0000-0000-000000000000}"/>
          </ac:spMkLst>
        </pc:spChg>
        <pc:spChg chg="mod">
          <ac:chgData name="Vishal shakyavanshi" userId="b1d5ed2b6c30e88b" providerId="LiveId" clId="{50FC4353-05F8-4FB3-A348-E16DBFEEF5E4}" dt="2026-10-01T17:37:02.008" v="1318" actId="1076"/>
          <ac:spMkLst>
            <pc:docMk/>
            <pc:sldMk cId="0" sldId="272"/>
            <ac:spMk id="4" creationId="{00000000-0000-0000-0000-000000000000}"/>
          </ac:spMkLst>
        </pc:spChg>
        <pc:graphicFrameChg chg="mod modGraphic">
          <ac:chgData name="Vishal shakyavanshi" userId="b1d5ed2b6c30e88b" providerId="LiveId" clId="{50FC4353-05F8-4FB3-A348-E16DBFEEF5E4}" dt="2026-10-01T17:37:09.465" v="1319" actId="1076"/>
          <ac:graphicFrameMkLst>
            <pc:docMk/>
            <pc:sldMk cId="0" sldId="272"/>
            <ac:graphicFrameMk id="18" creationId="{00000000-0000-0000-0000-000000000000}"/>
          </ac:graphicFrameMkLst>
        </pc:graphicFrameChg>
      </pc:sldChg>
      <pc:sldChg chg="modSp mod">
        <pc:chgData name="Vishal shakyavanshi" userId="b1d5ed2b6c30e88b" providerId="LiveId" clId="{50FC4353-05F8-4FB3-A348-E16DBFEEF5E4}" dt="2026-10-02T04:59:42.753" v="1626" actId="14100"/>
        <pc:sldMkLst>
          <pc:docMk/>
          <pc:sldMk cId="0" sldId="273"/>
        </pc:sldMkLst>
        <pc:spChg chg="mod">
          <ac:chgData name="Vishal shakyavanshi" userId="b1d5ed2b6c30e88b" providerId="LiveId" clId="{50FC4353-05F8-4FB3-A348-E16DBFEEF5E4}" dt="2026-10-02T04:59:04.605" v="1624" actId="1076"/>
          <ac:spMkLst>
            <pc:docMk/>
            <pc:sldMk cId="0" sldId="273"/>
            <ac:spMk id="3" creationId="{00000000-0000-0000-0000-000000000000}"/>
          </ac:spMkLst>
        </pc:spChg>
        <pc:spChg chg="mod">
          <ac:chgData name="Vishal shakyavanshi" userId="b1d5ed2b6c30e88b" providerId="LiveId" clId="{50FC4353-05F8-4FB3-A348-E16DBFEEF5E4}" dt="2026-10-02T04:59:42.753" v="1626" actId="14100"/>
          <ac:spMkLst>
            <pc:docMk/>
            <pc:sldMk cId="0" sldId="273"/>
            <ac:spMk id="4" creationId="{00000000-0000-0000-0000-000000000000}"/>
          </ac:spMkLst>
        </pc:spChg>
        <pc:spChg chg="mod">
          <ac:chgData name="Vishal shakyavanshi" userId="b1d5ed2b6c30e88b" providerId="LiveId" clId="{50FC4353-05F8-4FB3-A348-E16DBFEEF5E4}" dt="2026-10-02T04:56:51.392" v="1610" actId="1076"/>
          <ac:spMkLst>
            <pc:docMk/>
            <pc:sldMk cId="0" sldId="273"/>
            <ac:spMk id="5" creationId="{00000000-0000-0000-0000-000000000000}"/>
          </ac:spMkLst>
        </pc:spChg>
        <pc:spChg chg="mod">
          <ac:chgData name="Vishal shakyavanshi" userId="b1d5ed2b6c30e88b" providerId="LiveId" clId="{50FC4353-05F8-4FB3-A348-E16DBFEEF5E4}" dt="2026-10-02T04:56:15.812" v="1602" actId="1076"/>
          <ac:spMkLst>
            <pc:docMk/>
            <pc:sldMk cId="0" sldId="273"/>
            <ac:spMk id="6" creationId="{00000000-0000-0000-0000-000000000000}"/>
          </ac:spMkLst>
        </pc:spChg>
        <pc:spChg chg="mod">
          <ac:chgData name="Vishal shakyavanshi" userId="b1d5ed2b6c30e88b" providerId="LiveId" clId="{50FC4353-05F8-4FB3-A348-E16DBFEEF5E4}" dt="2026-10-01T17:42:13.934" v="1361" actId="14100"/>
          <ac:spMkLst>
            <pc:docMk/>
            <pc:sldMk cId="0" sldId="273"/>
            <ac:spMk id="7" creationId="{00000000-0000-0000-0000-000000000000}"/>
          </ac:spMkLst>
        </pc:spChg>
        <pc:spChg chg="mod">
          <ac:chgData name="Vishal shakyavanshi" userId="b1d5ed2b6c30e88b" providerId="LiveId" clId="{50FC4353-05F8-4FB3-A348-E16DBFEEF5E4}" dt="2026-10-02T04:56:19.785" v="1603" actId="14100"/>
          <ac:spMkLst>
            <pc:docMk/>
            <pc:sldMk cId="0" sldId="273"/>
            <ac:spMk id="8" creationId="{00000000-0000-0000-0000-000000000000}"/>
          </ac:spMkLst>
        </pc:spChg>
        <pc:spChg chg="mod">
          <ac:chgData name="Vishal shakyavanshi" userId="b1d5ed2b6c30e88b" providerId="LiveId" clId="{50FC4353-05F8-4FB3-A348-E16DBFEEF5E4}" dt="2026-10-02T04:58:03.834" v="1620" actId="1076"/>
          <ac:spMkLst>
            <pc:docMk/>
            <pc:sldMk cId="0" sldId="273"/>
            <ac:spMk id="9" creationId="{00000000-0000-0000-0000-000000000000}"/>
          </ac:spMkLst>
        </pc:spChg>
        <pc:spChg chg="mod">
          <ac:chgData name="Vishal shakyavanshi" userId="b1d5ed2b6c30e88b" providerId="LiveId" clId="{50FC4353-05F8-4FB3-A348-E16DBFEEF5E4}" dt="2026-10-01T17:41:33.403" v="1354" actId="14100"/>
          <ac:spMkLst>
            <pc:docMk/>
            <pc:sldMk cId="0" sldId="273"/>
            <ac:spMk id="10" creationId="{00000000-0000-0000-0000-000000000000}"/>
          </ac:spMkLst>
        </pc:spChg>
        <pc:spChg chg="mod">
          <ac:chgData name="Vishal shakyavanshi" userId="b1d5ed2b6c30e88b" providerId="LiveId" clId="{50FC4353-05F8-4FB3-A348-E16DBFEEF5E4}" dt="2026-10-01T17:48:05.600" v="1411" actId="14100"/>
          <ac:spMkLst>
            <pc:docMk/>
            <pc:sldMk cId="0" sldId="273"/>
            <ac:spMk id="11" creationId="{00000000-0000-0000-0000-000000000000}"/>
          </ac:spMkLst>
        </pc:spChg>
        <pc:spChg chg="mod">
          <ac:chgData name="Vishal shakyavanshi" userId="b1d5ed2b6c30e88b" providerId="LiveId" clId="{50FC4353-05F8-4FB3-A348-E16DBFEEF5E4}" dt="2026-10-01T17:42:44.906" v="1367" actId="14100"/>
          <ac:spMkLst>
            <pc:docMk/>
            <pc:sldMk cId="0" sldId="273"/>
            <ac:spMk id="12" creationId="{00000000-0000-0000-0000-000000000000}"/>
          </ac:spMkLst>
        </pc:spChg>
        <pc:spChg chg="mod">
          <ac:chgData name="Vishal shakyavanshi" userId="b1d5ed2b6c30e88b" providerId="LiveId" clId="{50FC4353-05F8-4FB3-A348-E16DBFEEF5E4}" dt="2026-10-01T17:42:57.375" v="1369" actId="14100"/>
          <ac:spMkLst>
            <pc:docMk/>
            <pc:sldMk cId="0" sldId="273"/>
            <ac:spMk id="13" creationId="{00000000-0000-0000-0000-000000000000}"/>
          </ac:spMkLst>
        </pc:spChg>
        <pc:spChg chg="mod">
          <ac:chgData name="Vishal shakyavanshi" userId="b1d5ed2b6c30e88b" providerId="LiveId" clId="{50FC4353-05F8-4FB3-A348-E16DBFEEF5E4}" dt="2026-10-01T17:43:11.277" v="1371" actId="14100"/>
          <ac:spMkLst>
            <pc:docMk/>
            <pc:sldMk cId="0" sldId="273"/>
            <ac:spMk id="14" creationId="{00000000-0000-0000-0000-000000000000}"/>
          </ac:spMkLst>
        </pc:spChg>
        <pc:spChg chg="mod">
          <ac:chgData name="Vishal shakyavanshi" userId="b1d5ed2b6c30e88b" providerId="LiveId" clId="{50FC4353-05F8-4FB3-A348-E16DBFEEF5E4}" dt="2026-10-02T04:56:46.939" v="1609" actId="14100"/>
          <ac:spMkLst>
            <pc:docMk/>
            <pc:sldMk cId="0" sldId="273"/>
            <ac:spMk id="15" creationId="{00000000-0000-0000-0000-000000000000}"/>
          </ac:spMkLst>
        </pc:spChg>
        <pc:spChg chg="mod">
          <ac:chgData name="Vishal shakyavanshi" userId="b1d5ed2b6c30e88b" providerId="LiveId" clId="{50FC4353-05F8-4FB3-A348-E16DBFEEF5E4}" dt="2026-10-02T04:57:41.319" v="1617" actId="14100"/>
          <ac:spMkLst>
            <pc:docMk/>
            <pc:sldMk cId="0" sldId="273"/>
            <ac:spMk id="16" creationId="{00000000-0000-0000-0000-000000000000}"/>
          </ac:spMkLst>
        </pc:spChg>
        <pc:spChg chg="mod">
          <ac:chgData name="Vishal shakyavanshi" userId="b1d5ed2b6c30e88b" providerId="LiveId" clId="{50FC4353-05F8-4FB3-A348-E16DBFEEF5E4}" dt="2026-10-01T17:48:17.491" v="1413" actId="14100"/>
          <ac:spMkLst>
            <pc:docMk/>
            <pc:sldMk cId="0" sldId="273"/>
            <ac:spMk id="17" creationId="{00000000-0000-0000-0000-000000000000}"/>
          </ac:spMkLst>
        </pc:spChg>
        <pc:spChg chg="mod">
          <ac:chgData name="Vishal shakyavanshi" userId="b1d5ed2b6c30e88b" providerId="LiveId" clId="{50FC4353-05F8-4FB3-A348-E16DBFEEF5E4}" dt="2026-10-01T17:45:50.123" v="1393" actId="14100"/>
          <ac:spMkLst>
            <pc:docMk/>
            <pc:sldMk cId="0" sldId="273"/>
            <ac:spMk id="18" creationId="{00000000-0000-0000-0000-000000000000}"/>
          </ac:spMkLst>
        </pc:spChg>
        <pc:spChg chg="mod">
          <ac:chgData name="Vishal shakyavanshi" userId="b1d5ed2b6c30e88b" providerId="LiveId" clId="{50FC4353-05F8-4FB3-A348-E16DBFEEF5E4}" dt="2026-10-01T17:44:13.288" v="1380" actId="14100"/>
          <ac:spMkLst>
            <pc:docMk/>
            <pc:sldMk cId="0" sldId="273"/>
            <ac:spMk id="19" creationId="{00000000-0000-0000-0000-000000000000}"/>
          </ac:spMkLst>
        </pc:spChg>
        <pc:spChg chg="mod">
          <ac:chgData name="Vishal shakyavanshi" userId="b1d5ed2b6c30e88b" providerId="LiveId" clId="{50FC4353-05F8-4FB3-A348-E16DBFEEF5E4}" dt="2026-10-01T17:44:29.715" v="1383" actId="14100"/>
          <ac:spMkLst>
            <pc:docMk/>
            <pc:sldMk cId="0" sldId="273"/>
            <ac:spMk id="20" creationId="{00000000-0000-0000-0000-000000000000}"/>
          </ac:spMkLst>
        </pc:spChg>
        <pc:spChg chg="mod">
          <ac:chgData name="Vishal shakyavanshi" userId="b1d5ed2b6c30e88b" providerId="LiveId" clId="{50FC4353-05F8-4FB3-A348-E16DBFEEF5E4}" dt="2026-10-02T04:57:10.404" v="1613" actId="14100"/>
          <ac:spMkLst>
            <pc:docMk/>
            <pc:sldMk cId="0" sldId="273"/>
            <ac:spMk id="21" creationId="{00000000-0000-0000-0000-000000000000}"/>
          </ac:spMkLst>
        </pc:spChg>
        <pc:spChg chg="mod">
          <ac:chgData name="Vishal shakyavanshi" userId="b1d5ed2b6c30e88b" providerId="LiveId" clId="{50FC4353-05F8-4FB3-A348-E16DBFEEF5E4}" dt="2026-10-02T04:57:46.734" v="1618" actId="14100"/>
          <ac:spMkLst>
            <pc:docMk/>
            <pc:sldMk cId="0" sldId="273"/>
            <ac:spMk id="22" creationId="{00000000-0000-0000-0000-000000000000}"/>
          </ac:spMkLst>
        </pc:spChg>
        <pc:spChg chg="mod">
          <ac:chgData name="Vishal shakyavanshi" userId="b1d5ed2b6c30e88b" providerId="LiveId" clId="{50FC4353-05F8-4FB3-A348-E16DBFEEF5E4}" dt="2026-10-01T17:48:27.134" v="1415" actId="14100"/>
          <ac:spMkLst>
            <pc:docMk/>
            <pc:sldMk cId="0" sldId="273"/>
            <ac:spMk id="23" creationId="{00000000-0000-0000-0000-000000000000}"/>
          </ac:spMkLst>
        </pc:spChg>
        <pc:spChg chg="mod">
          <ac:chgData name="Vishal shakyavanshi" userId="b1d5ed2b6c30e88b" providerId="LiveId" clId="{50FC4353-05F8-4FB3-A348-E16DBFEEF5E4}" dt="2026-10-02T04:57:30.732" v="1616" actId="1076"/>
          <ac:spMkLst>
            <pc:docMk/>
            <pc:sldMk cId="0" sldId="273"/>
            <ac:spMk id="24" creationId="{00000000-0000-0000-0000-000000000000}"/>
          </ac:spMkLst>
        </pc:spChg>
        <pc:spChg chg="mod">
          <ac:chgData name="Vishal shakyavanshi" userId="b1d5ed2b6c30e88b" providerId="LiveId" clId="{50FC4353-05F8-4FB3-A348-E16DBFEEF5E4}" dt="2026-10-01T17:47:28.097" v="1406" actId="14100"/>
          <ac:spMkLst>
            <pc:docMk/>
            <pc:sldMk cId="0" sldId="273"/>
            <ac:spMk id="25" creationId="{00000000-0000-0000-0000-000000000000}"/>
          </ac:spMkLst>
        </pc:spChg>
        <pc:spChg chg="mod">
          <ac:chgData name="Vishal shakyavanshi" userId="b1d5ed2b6c30e88b" providerId="LiveId" clId="{50FC4353-05F8-4FB3-A348-E16DBFEEF5E4}" dt="2026-10-01T17:47:34.295" v="1407" actId="14100"/>
          <ac:spMkLst>
            <pc:docMk/>
            <pc:sldMk cId="0" sldId="273"/>
            <ac:spMk id="26" creationId="{00000000-0000-0000-0000-000000000000}"/>
          </ac:spMkLst>
        </pc:spChg>
        <pc:spChg chg="mod">
          <ac:chgData name="Vishal shakyavanshi" userId="b1d5ed2b6c30e88b" providerId="LiveId" clId="{50FC4353-05F8-4FB3-A348-E16DBFEEF5E4}" dt="2026-10-02T04:57:57.785" v="1619" actId="1076"/>
          <ac:spMkLst>
            <pc:docMk/>
            <pc:sldMk cId="0" sldId="273"/>
            <ac:spMk id="27" creationId="{00000000-0000-0000-0000-000000000000}"/>
          </ac:spMkLst>
        </pc:spChg>
        <pc:spChg chg="mod">
          <ac:chgData name="Vishal shakyavanshi" userId="b1d5ed2b6c30e88b" providerId="LiveId" clId="{50FC4353-05F8-4FB3-A348-E16DBFEEF5E4}" dt="2026-10-01T17:47:41.260" v="1408" actId="14100"/>
          <ac:spMkLst>
            <pc:docMk/>
            <pc:sldMk cId="0" sldId="273"/>
            <ac:spMk id="28" creationId="{00000000-0000-0000-0000-000000000000}"/>
          </ac:spMkLst>
        </pc:spChg>
      </pc:sldChg>
      <pc:sldChg chg="modSp mod">
        <pc:chgData name="Vishal shakyavanshi" userId="b1d5ed2b6c30e88b" providerId="LiveId" clId="{50FC4353-05F8-4FB3-A348-E16DBFEEF5E4}" dt="2026-10-02T05:07:50.130" v="1645" actId="1076"/>
        <pc:sldMkLst>
          <pc:docMk/>
          <pc:sldMk cId="0" sldId="274"/>
        </pc:sldMkLst>
        <pc:spChg chg="mod">
          <ac:chgData name="Vishal shakyavanshi" userId="b1d5ed2b6c30e88b" providerId="LiveId" clId="{50FC4353-05F8-4FB3-A348-E16DBFEEF5E4}" dt="2026-10-02T05:07:48.100" v="1644" actId="1076"/>
          <ac:spMkLst>
            <pc:docMk/>
            <pc:sldMk cId="0" sldId="274"/>
            <ac:spMk id="3" creationId="{00000000-0000-0000-0000-000000000000}"/>
          </ac:spMkLst>
        </pc:spChg>
        <pc:spChg chg="mod">
          <ac:chgData name="Vishal shakyavanshi" userId="b1d5ed2b6c30e88b" providerId="LiveId" clId="{50FC4353-05F8-4FB3-A348-E16DBFEEF5E4}" dt="2026-10-02T05:07:50.130" v="1645" actId="1076"/>
          <ac:spMkLst>
            <pc:docMk/>
            <pc:sldMk cId="0" sldId="274"/>
            <ac:spMk id="4" creationId="{00000000-0000-0000-0000-000000000000}"/>
          </ac:spMkLst>
        </pc:spChg>
        <pc:spChg chg="mod">
          <ac:chgData name="Vishal shakyavanshi" userId="b1d5ed2b6c30e88b" providerId="LiveId" clId="{50FC4353-05F8-4FB3-A348-E16DBFEEF5E4}" dt="2026-10-02T04:58:46.533" v="1622" actId="1076"/>
          <ac:spMkLst>
            <pc:docMk/>
            <pc:sldMk cId="0" sldId="274"/>
            <ac:spMk id="5" creationId="{00000000-0000-0000-0000-000000000000}"/>
          </ac:spMkLst>
        </pc:spChg>
        <pc:spChg chg="mod">
          <ac:chgData name="Vishal shakyavanshi" userId="b1d5ed2b6c30e88b" providerId="LiveId" clId="{50FC4353-05F8-4FB3-A348-E16DBFEEF5E4}" dt="2026-10-02T04:58:39.281" v="1621" actId="1076"/>
          <ac:spMkLst>
            <pc:docMk/>
            <pc:sldMk cId="0" sldId="274"/>
            <ac:spMk id="7" creationId="{00000000-0000-0000-0000-000000000000}"/>
          </ac:spMkLst>
        </pc:spChg>
        <pc:graphicFrameChg chg="modGraphic">
          <ac:chgData name="Vishal shakyavanshi" userId="b1d5ed2b6c30e88b" providerId="LiveId" clId="{50FC4353-05F8-4FB3-A348-E16DBFEEF5E4}" dt="2026-10-01T17:49:43.059" v="1423" actId="14100"/>
          <ac:graphicFrameMkLst>
            <pc:docMk/>
            <pc:sldMk cId="0" sldId="274"/>
            <ac:graphicFrameMk id="20" creationId="{00000000-0000-0000-0000-000000000000}"/>
          </ac:graphicFrameMkLst>
        </pc:graphicFrameChg>
        <pc:graphicFrameChg chg="mod modGraphic">
          <ac:chgData name="Vishal shakyavanshi" userId="b1d5ed2b6c30e88b" providerId="LiveId" clId="{50FC4353-05F8-4FB3-A348-E16DBFEEF5E4}" dt="2026-10-01T17:50:30.659" v="1430" actId="14100"/>
          <ac:graphicFrameMkLst>
            <pc:docMk/>
            <pc:sldMk cId="0" sldId="274"/>
            <ac:graphicFrameMk id="39" creationId="{00000000-0000-0000-0000-000000000000}"/>
          </ac:graphicFrameMkLst>
        </pc:graphicFrameChg>
      </pc:sldChg>
      <pc:sldChg chg="modSp mod">
        <pc:chgData name="Vishal shakyavanshi" userId="b1d5ed2b6c30e88b" providerId="LiveId" clId="{50FC4353-05F8-4FB3-A348-E16DBFEEF5E4}" dt="2026-10-02T05:00:54.538" v="1631" actId="1076"/>
        <pc:sldMkLst>
          <pc:docMk/>
          <pc:sldMk cId="0" sldId="275"/>
        </pc:sldMkLst>
        <pc:spChg chg="mod">
          <ac:chgData name="Vishal shakyavanshi" userId="b1d5ed2b6c30e88b" providerId="LiveId" clId="{50FC4353-05F8-4FB3-A348-E16DBFEEF5E4}" dt="2026-10-01T17:52:04.569" v="1436" actId="1076"/>
          <ac:spMkLst>
            <pc:docMk/>
            <pc:sldMk cId="0" sldId="275"/>
            <ac:spMk id="2" creationId="{00000000-0000-0000-0000-000000000000}"/>
          </ac:spMkLst>
        </pc:spChg>
        <pc:spChg chg="mod">
          <ac:chgData name="Vishal shakyavanshi" userId="b1d5ed2b6c30e88b" providerId="LiveId" clId="{50FC4353-05F8-4FB3-A348-E16DBFEEF5E4}" dt="2026-10-02T05:00:42.054" v="1630" actId="1076"/>
          <ac:spMkLst>
            <pc:docMk/>
            <pc:sldMk cId="0" sldId="275"/>
            <ac:spMk id="4" creationId="{00000000-0000-0000-0000-000000000000}"/>
          </ac:spMkLst>
        </pc:spChg>
        <pc:spChg chg="mod">
          <ac:chgData name="Vishal shakyavanshi" userId="b1d5ed2b6c30e88b" providerId="LiveId" clId="{50FC4353-05F8-4FB3-A348-E16DBFEEF5E4}" dt="2026-10-02T05:00:54.538" v="1631" actId="1076"/>
          <ac:spMkLst>
            <pc:docMk/>
            <pc:sldMk cId="0" sldId="275"/>
            <ac:spMk id="5" creationId="{00000000-0000-0000-0000-000000000000}"/>
          </ac:spMkLst>
        </pc:spChg>
        <pc:spChg chg="mod">
          <ac:chgData name="Vishal shakyavanshi" userId="b1d5ed2b6c30e88b" providerId="LiveId" clId="{50FC4353-05F8-4FB3-A348-E16DBFEEF5E4}" dt="2026-10-01T17:53:38.635" v="1447" actId="1076"/>
          <ac:spMkLst>
            <pc:docMk/>
            <pc:sldMk cId="0" sldId="275"/>
            <ac:spMk id="6" creationId="{00000000-0000-0000-0000-000000000000}"/>
          </ac:spMkLst>
        </pc:spChg>
        <pc:graphicFrameChg chg="mod modGraphic">
          <ac:chgData name="Vishal shakyavanshi" userId="b1d5ed2b6c30e88b" providerId="LiveId" clId="{50FC4353-05F8-4FB3-A348-E16DBFEEF5E4}" dt="2026-10-01T17:52:23.074" v="1439" actId="1076"/>
          <ac:graphicFrameMkLst>
            <pc:docMk/>
            <pc:sldMk cId="0" sldId="275"/>
            <ac:graphicFrameMk id="21" creationId="{00000000-0000-0000-0000-000000000000}"/>
          </ac:graphicFrameMkLst>
        </pc:graphicFrameChg>
      </pc:sldChg>
      <pc:sldChg chg="addSp delSp modSp new mod">
        <pc:chgData name="Vishal shakyavanshi" userId="b1d5ed2b6c30e88b" providerId="LiveId" clId="{50FC4353-05F8-4FB3-A348-E16DBFEEF5E4}" dt="2026-10-02T05:17:44.610" v="1715" actId="14100"/>
        <pc:sldMkLst>
          <pc:docMk/>
          <pc:sldMk cId="4122228125" sldId="276"/>
        </pc:sldMkLst>
        <pc:spChg chg="add del mod">
          <ac:chgData name="Vishal shakyavanshi" userId="b1d5ed2b6c30e88b" providerId="LiveId" clId="{50FC4353-05F8-4FB3-A348-E16DBFEEF5E4}" dt="2026-10-02T05:17:22.798" v="1712" actId="21"/>
          <ac:spMkLst>
            <pc:docMk/>
            <pc:sldMk cId="4122228125" sldId="276"/>
            <ac:spMk id="2" creationId="{2BE7BA66-2FF6-4050-A8BA-89098ED8DE84}"/>
          </ac:spMkLst>
        </pc:spChg>
        <pc:spChg chg="add mod">
          <ac:chgData name="Vishal shakyavanshi" userId="b1d5ed2b6c30e88b" providerId="LiveId" clId="{50FC4353-05F8-4FB3-A348-E16DBFEEF5E4}" dt="2026-10-02T05:17:32.607" v="1714" actId="14100"/>
          <ac:spMkLst>
            <pc:docMk/>
            <pc:sldMk cId="4122228125" sldId="276"/>
            <ac:spMk id="4" creationId="{BAB0C7E9-0C5B-4308-9CD8-F8126D6649D8}"/>
          </ac:spMkLst>
        </pc:spChg>
        <pc:spChg chg="add mod">
          <ac:chgData name="Vishal shakyavanshi" userId="b1d5ed2b6c30e88b" providerId="LiveId" clId="{50FC4353-05F8-4FB3-A348-E16DBFEEF5E4}" dt="2026-10-02T05:17:44.610" v="1715" actId="14100"/>
          <ac:spMkLst>
            <pc:docMk/>
            <pc:sldMk cId="4122228125" sldId="276"/>
            <ac:spMk id="5" creationId="{A7A80A03-085E-4D7A-9350-70B154A3B522}"/>
          </ac:spMkLst>
        </pc:spChg>
        <pc:spChg chg="add mod">
          <ac:chgData name="Vishal shakyavanshi" userId="b1d5ed2b6c30e88b" providerId="LiveId" clId="{50FC4353-05F8-4FB3-A348-E16DBFEEF5E4}" dt="2026-10-01T11:07:38.240" v="150" actId="255"/>
          <ac:spMkLst>
            <pc:docMk/>
            <pc:sldMk cId="4122228125" sldId="276"/>
            <ac:spMk id="6" creationId="{9357DF13-3478-4297-A258-4098E41C9B30}"/>
          </ac:spMkLst>
        </pc:spChg>
      </pc:sldChg>
      <pc:sldChg chg="addSp modSp new mod">
        <pc:chgData name="Vishal shakyavanshi" userId="b1d5ed2b6c30e88b" providerId="LiveId" clId="{50FC4353-05F8-4FB3-A348-E16DBFEEF5E4}" dt="2026-10-01T11:08:50.889" v="157" actId="255"/>
        <pc:sldMkLst>
          <pc:docMk/>
          <pc:sldMk cId="563526688" sldId="277"/>
        </pc:sldMkLst>
        <pc:spChg chg="add mod">
          <ac:chgData name="Vishal shakyavanshi" userId="b1d5ed2b6c30e88b" providerId="LiveId" clId="{50FC4353-05F8-4FB3-A348-E16DBFEEF5E4}" dt="2026-10-01T11:02:15.047" v="103" actId="14100"/>
          <ac:spMkLst>
            <pc:docMk/>
            <pc:sldMk cId="563526688" sldId="277"/>
            <ac:spMk id="2" creationId="{D010C629-2718-4C3E-A864-7ADCE55B8F91}"/>
          </ac:spMkLst>
        </pc:spChg>
        <pc:spChg chg="add mod">
          <ac:chgData name="Vishal shakyavanshi" userId="b1d5ed2b6c30e88b" providerId="LiveId" clId="{50FC4353-05F8-4FB3-A348-E16DBFEEF5E4}" dt="2026-10-01T11:02:38.296" v="108" actId="14100"/>
          <ac:spMkLst>
            <pc:docMk/>
            <pc:sldMk cId="563526688" sldId="277"/>
            <ac:spMk id="3" creationId="{FD699D87-BBB6-49C4-A235-C03BE1C27959}"/>
          </ac:spMkLst>
        </pc:spChg>
        <pc:spChg chg="add mod">
          <ac:chgData name="Vishal shakyavanshi" userId="b1d5ed2b6c30e88b" providerId="LiveId" clId="{50FC4353-05F8-4FB3-A348-E16DBFEEF5E4}" dt="2026-10-01T10:59:31.620" v="86" actId="1076"/>
          <ac:spMkLst>
            <pc:docMk/>
            <pc:sldMk cId="563526688" sldId="277"/>
            <ac:spMk id="5" creationId="{8FD39188-BFDB-4390-9201-8D5C923A6BC1}"/>
          </ac:spMkLst>
        </pc:spChg>
        <pc:spChg chg="add mod">
          <ac:chgData name="Vishal shakyavanshi" userId="b1d5ed2b6c30e88b" providerId="LiveId" clId="{50FC4353-05F8-4FB3-A348-E16DBFEEF5E4}" dt="2026-10-01T11:01:24.447" v="92" actId="1076"/>
          <ac:spMkLst>
            <pc:docMk/>
            <pc:sldMk cId="563526688" sldId="277"/>
            <ac:spMk id="7" creationId="{DAA807A4-7B5B-4999-A39F-55C3EAA777D2}"/>
          </ac:spMkLst>
        </pc:spChg>
        <pc:spChg chg="add mod">
          <ac:chgData name="Vishal shakyavanshi" userId="b1d5ed2b6c30e88b" providerId="LiveId" clId="{50FC4353-05F8-4FB3-A348-E16DBFEEF5E4}" dt="2026-10-01T11:02:09.790" v="102" actId="1076"/>
          <ac:spMkLst>
            <pc:docMk/>
            <pc:sldMk cId="563526688" sldId="277"/>
            <ac:spMk id="8" creationId="{320F638A-6245-4AB4-AFCD-FFC4EE206C85}"/>
          </ac:spMkLst>
        </pc:spChg>
        <pc:spChg chg="add mod">
          <ac:chgData name="Vishal shakyavanshi" userId="b1d5ed2b6c30e88b" providerId="LiveId" clId="{50FC4353-05F8-4FB3-A348-E16DBFEEF5E4}" dt="2026-10-01T11:02:33.719" v="107" actId="14100"/>
          <ac:spMkLst>
            <pc:docMk/>
            <pc:sldMk cId="563526688" sldId="277"/>
            <ac:spMk id="9" creationId="{F641881D-7CF8-4457-A2F6-1206F6469AC9}"/>
          </ac:spMkLst>
        </pc:spChg>
        <pc:spChg chg="add mod">
          <ac:chgData name="Vishal shakyavanshi" userId="b1d5ed2b6c30e88b" providerId="LiveId" clId="{50FC4353-05F8-4FB3-A348-E16DBFEEF5E4}" dt="2026-10-01T11:03:08.607" v="115" actId="1076"/>
          <ac:spMkLst>
            <pc:docMk/>
            <pc:sldMk cId="563526688" sldId="277"/>
            <ac:spMk id="11" creationId="{0FD113E9-1D06-4DF1-8F37-4A25CBCE8BD9}"/>
          </ac:spMkLst>
        </pc:spChg>
        <pc:spChg chg="add mod">
          <ac:chgData name="Vishal shakyavanshi" userId="b1d5ed2b6c30e88b" providerId="LiveId" clId="{50FC4353-05F8-4FB3-A348-E16DBFEEF5E4}" dt="2026-10-01T11:03:52.642" v="121" actId="1076"/>
          <ac:spMkLst>
            <pc:docMk/>
            <pc:sldMk cId="563526688" sldId="277"/>
            <ac:spMk id="13" creationId="{A9A48CDB-5C70-46EB-957D-7148054A6C36}"/>
          </ac:spMkLst>
        </pc:spChg>
        <pc:spChg chg="add mod">
          <ac:chgData name="Vishal shakyavanshi" userId="b1d5ed2b6c30e88b" providerId="LiveId" clId="{50FC4353-05F8-4FB3-A348-E16DBFEEF5E4}" dt="2026-10-01T11:08:50.889" v="157" actId="255"/>
          <ac:spMkLst>
            <pc:docMk/>
            <pc:sldMk cId="563526688" sldId="277"/>
            <ac:spMk id="15" creationId="{EFD62871-D006-4FC5-80D9-5CB6AA1BC326}"/>
          </ac:spMkLst>
        </pc:spChg>
      </pc:sldChg>
      <pc:sldChg chg="addSp modSp new mod">
        <pc:chgData name="Vishal shakyavanshi" userId="b1d5ed2b6c30e88b" providerId="LiveId" clId="{50FC4353-05F8-4FB3-A348-E16DBFEEF5E4}" dt="2026-10-01T11:12:49.683" v="169" actId="14100"/>
        <pc:sldMkLst>
          <pc:docMk/>
          <pc:sldMk cId="3591161158" sldId="278"/>
        </pc:sldMkLst>
        <pc:spChg chg="add mod">
          <ac:chgData name="Vishal shakyavanshi" userId="b1d5ed2b6c30e88b" providerId="LiveId" clId="{50FC4353-05F8-4FB3-A348-E16DBFEEF5E4}" dt="2026-10-01T11:12:25.930" v="165" actId="1076"/>
          <ac:spMkLst>
            <pc:docMk/>
            <pc:sldMk cId="3591161158" sldId="278"/>
            <ac:spMk id="3" creationId="{20BD6642-DD9F-4140-918E-9E87F3357B0A}"/>
          </ac:spMkLst>
        </pc:spChg>
        <pc:spChg chg="add mod">
          <ac:chgData name="Vishal shakyavanshi" userId="b1d5ed2b6c30e88b" providerId="LiveId" clId="{50FC4353-05F8-4FB3-A348-E16DBFEEF5E4}" dt="2026-10-01T11:12:49.683" v="169" actId="14100"/>
          <ac:spMkLst>
            <pc:docMk/>
            <pc:sldMk cId="3591161158" sldId="278"/>
            <ac:spMk id="5" creationId="{E960406D-C725-4BAA-99E5-50420181DAFA}"/>
          </ac:spMkLst>
        </pc:spChg>
      </pc:sldChg>
      <pc:sldChg chg="addSp delSp modSp new mod">
        <pc:chgData name="Vishal shakyavanshi" userId="b1d5ed2b6c30e88b" providerId="LiveId" clId="{50FC4353-05F8-4FB3-A348-E16DBFEEF5E4}" dt="2026-10-03T06:53:05.644" v="2684" actId="14100"/>
        <pc:sldMkLst>
          <pc:docMk/>
          <pc:sldMk cId="114261744" sldId="279"/>
        </pc:sldMkLst>
        <pc:spChg chg="add del mod">
          <ac:chgData name="Vishal shakyavanshi" userId="b1d5ed2b6c30e88b" providerId="LiveId" clId="{50FC4353-05F8-4FB3-A348-E16DBFEEF5E4}" dt="2026-10-01T11:37:19.365" v="278" actId="21"/>
          <ac:spMkLst>
            <pc:docMk/>
            <pc:sldMk cId="114261744" sldId="279"/>
            <ac:spMk id="2" creationId="{ACC073FA-9ABA-4100-AE45-7EF04BFE57B0}"/>
          </ac:spMkLst>
        </pc:spChg>
        <pc:spChg chg="add mod">
          <ac:chgData name="Vishal shakyavanshi" userId="b1d5ed2b6c30e88b" providerId="LiveId" clId="{50FC4353-05F8-4FB3-A348-E16DBFEEF5E4}" dt="2026-10-03T05:26:27.864" v="2287" actId="1076"/>
          <ac:spMkLst>
            <pc:docMk/>
            <pc:sldMk cId="114261744" sldId="279"/>
            <ac:spMk id="4" creationId="{63A518CF-8D0A-4639-8C38-67634BD195C0}"/>
          </ac:spMkLst>
        </pc:spChg>
        <pc:spChg chg="add mod">
          <ac:chgData name="Vishal shakyavanshi" userId="b1d5ed2b6c30e88b" providerId="LiveId" clId="{50FC4353-05F8-4FB3-A348-E16DBFEEF5E4}" dt="2026-10-02T04:43:05.471" v="1512" actId="255"/>
          <ac:spMkLst>
            <pc:docMk/>
            <pc:sldMk cId="114261744" sldId="279"/>
            <ac:spMk id="6" creationId="{C8016807-F415-4D0F-B936-5FA994834E71}"/>
          </ac:spMkLst>
        </pc:spChg>
        <pc:spChg chg="add mod">
          <ac:chgData name="Vishal shakyavanshi" userId="b1d5ed2b6c30e88b" providerId="LiveId" clId="{50FC4353-05F8-4FB3-A348-E16DBFEEF5E4}" dt="2026-10-03T05:24:56.616" v="2274" actId="1076"/>
          <ac:spMkLst>
            <pc:docMk/>
            <pc:sldMk cId="114261744" sldId="279"/>
            <ac:spMk id="8" creationId="{D0DE8D04-2224-413F-9E04-6C6FAD9B580F}"/>
          </ac:spMkLst>
        </pc:spChg>
        <pc:spChg chg="add mod">
          <ac:chgData name="Vishal shakyavanshi" userId="b1d5ed2b6c30e88b" providerId="LiveId" clId="{50FC4353-05F8-4FB3-A348-E16DBFEEF5E4}" dt="2026-10-02T04:43:34.856" v="1515" actId="255"/>
          <ac:spMkLst>
            <pc:docMk/>
            <pc:sldMk cId="114261744" sldId="279"/>
            <ac:spMk id="10" creationId="{6D6181B5-A274-4764-8F97-91A387A61219}"/>
          </ac:spMkLst>
        </pc:spChg>
        <pc:spChg chg="add mod">
          <ac:chgData name="Vishal shakyavanshi" userId="b1d5ed2b6c30e88b" providerId="LiveId" clId="{50FC4353-05F8-4FB3-A348-E16DBFEEF5E4}" dt="2026-10-03T05:26:40.098" v="2291" actId="14100"/>
          <ac:spMkLst>
            <pc:docMk/>
            <pc:sldMk cId="114261744" sldId="279"/>
            <ac:spMk id="11" creationId="{602E832B-DCF7-4B1D-84AE-397CB9093142}"/>
          </ac:spMkLst>
        </pc:spChg>
        <pc:spChg chg="add del mod">
          <ac:chgData name="Vishal shakyavanshi" userId="b1d5ed2b6c30e88b" providerId="LiveId" clId="{50FC4353-05F8-4FB3-A348-E16DBFEEF5E4}" dt="2026-10-01T11:35:53.646" v="259" actId="22"/>
          <ac:spMkLst>
            <pc:docMk/>
            <pc:sldMk cId="114261744" sldId="279"/>
            <ac:spMk id="14" creationId="{6149DA49-E1CF-450E-BC55-2646AB820590}"/>
          </ac:spMkLst>
        </pc:spChg>
        <pc:spChg chg="add del mod">
          <ac:chgData name="Vishal shakyavanshi" userId="b1d5ed2b6c30e88b" providerId="LiveId" clId="{50FC4353-05F8-4FB3-A348-E16DBFEEF5E4}" dt="2026-10-01T11:35:51.173" v="256" actId="22"/>
          <ac:spMkLst>
            <pc:docMk/>
            <pc:sldMk cId="114261744" sldId="279"/>
            <ac:spMk id="16" creationId="{2FCD13E7-0107-4937-BEC3-40B520628CED}"/>
          </ac:spMkLst>
        </pc:spChg>
        <pc:spChg chg="add mod">
          <ac:chgData name="Vishal shakyavanshi" userId="b1d5ed2b6c30e88b" providerId="LiveId" clId="{50FC4353-05F8-4FB3-A348-E16DBFEEF5E4}" dt="2026-10-03T05:24:52.494" v="2273" actId="1076"/>
          <ac:spMkLst>
            <pc:docMk/>
            <pc:sldMk cId="114261744" sldId="279"/>
            <ac:spMk id="20" creationId="{E79075CA-6127-43CF-B6DB-31775AD64968}"/>
          </ac:spMkLst>
        </pc:spChg>
        <pc:spChg chg="add mod">
          <ac:chgData name="Vishal shakyavanshi" userId="b1d5ed2b6c30e88b" providerId="LiveId" clId="{50FC4353-05F8-4FB3-A348-E16DBFEEF5E4}" dt="2026-10-02T04:43:45.702" v="1516" actId="255"/>
          <ac:spMkLst>
            <pc:docMk/>
            <pc:sldMk cId="114261744" sldId="279"/>
            <ac:spMk id="22" creationId="{04B9D82B-B924-4A80-807D-FC04E8AC0F38}"/>
          </ac:spMkLst>
        </pc:spChg>
        <pc:spChg chg="add mod">
          <ac:chgData name="Vishal shakyavanshi" userId="b1d5ed2b6c30e88b" providerId="LiveId" clId="{50FC4353-05F8-4FB3-A348-E16DBFEEF5E4}" dt="2026-10-03T05:26:23.893" v="2286" actId="207"/>
          <ac:spMkLst>
            <pc:docMk/>
            <pc:sldMk cId="114261744" sldId="279"/>
            <ac:spMk id="24" creationId="{D598463C-3E13-4CA5-9BD6-27C4C759CAC6}"/>
          </ac:spMkLst>
        </pc:spChg>
        <pc:spChg chg="add mod">
          <ac:chgData name="Vishal shakyavanshi" userId="b1d5ed2b6c30e88b" providerId="LiveId" clId="{50FC4353-05F8-4FB3-A348-E16DBFEEF5E4}" dt="2026-10-03T05:26:41.229" v="2292" actId="1076"/>
          <ac:spMkLst>
            <pc:docMk/>
            <pc:sldMk cId="114261744" sldId="279"/>
            <ac:spMk id="28" creationId="{A581678D-6844-4D6B-B55B-9789FA123F4E}"/>
          </ac:spMkLst>
        </pc:spChg>
        <pc:picChg chg="add del mod">
          <ac:chgData name="Vishal shakyavanshi" userId="b1d5ed2b6c30e88b" providerId="LiveId" clId="{50FC4353-05F8-4FB3-A348-E16DBFEEF5E4}" dt="2026-10-01T11:32:02.900" v="232" actId="931"/>
          <ac:picMkLst>
            <pc:docMk/>
            <pc:sldMk cId="114261744" sldId="279"/>
            <ac:picMk id="12" creationId="{E5F229B7-8738-4428-AD76-3028A56D3863}"/>
          </ac:picMkLst>
        </pc:picChg>
        <pc:picChg chg="add del mod">
          <ac:chgData name="Vishal shakyavanshi" userId="b1d5ed2b6c30e88b" providerId="LiveId" clId="{50FC4353-05F8-4FB3-A348-E16DBFEEF5E4}" dt="2026-10-01T11:35:48.718" v="253" actId="931"/>
          <ac:picMkLst>
            <pc:docMk/>
            <pc:sldMk cId="114261744" sldId="279"/>
            <ac:picMk id="18" creationId="{52E6720E-6897-4C64-AD56-CBF85619B65B}"/>
          </ac:picMkLst>
        </pc:picChg>
        <pc:picChg chg="add mod">
          <ac:chgData name="Vishal shakyavanshi" userId="b1d5ed2b6c30e88b" providerId="LiveId" clId="{50FC4353-05F8-4FB3-A348-E16DBFEEF5E4}" dt="2026-10-03T06:53:05.644" v="2684" actId="14100"/>
          <ac:picMkLst>
            <pc:docMk/>
            <pc:sldMk cId="114261744" sldId="279"/>
            <ac:picMk id="26" creationId="{2D42E0CE-A91E-45BF-A778-D7BD1587C065}"/>
          </ac:picMkLst>
        </pc:picChg>
      </pc:sldChg>
      <pc:sldChg chg="addSp modSp new mod">
        <pc:chgData name="Vishal shakyavanshi" userId="b1d5ed2b6c30e88b" providerId="LiveId" clId="{50FC4353-05F8-4FB3-A348-E16DBFEEF5E4}" dt="2026-10-01T11:46:48.073" v="340" actId="255"/>
        <pc:sldMkLst>
          <pc:docMk/>
          <pc:sldMk cId="3440805173" sldId="280"/>
        </pc:sldMkLst>
        <pc:spChg chg="add mod">
          <ac:chgData name="Vishal shakyavanshi" userId="b1d5ed2b6c30e88b" providerId="LiveId" clId="{50FC4353-05F8-4FB3-A348-E16DBFEEF5E4}" dt="2026-10-01T11:44:54.298" v="329" actId="20577"/>
          <ac:spMkLst>
            <pc:docMk/>
            <pc:sldMk cId="3440805173" sldId="280"/>
            <ac:spMk id="2" creationId="{4BD0C667-B835-45C0-904B-7A789E14D88C}"/>
          </ac:spMkLst>
        </pc:spChg>
        <pc:spChg chg="add mod">
          <ac:chgData name="Vishal shakyavanshi" userId="b1d5ed2b6c30e88b" providerId="LiveId" clId="{50FC4353-05F8-4FB3-A348-E16DBFEEF5E4}" dt="2026-10-01T11:43:06.611" v="318" actId="14100"/>
          <ac:spMkLst>
            <pc:docMk/>
            <pc:sldMk cId="3440805173" sldId="280"/>
            <ac:spMk id="4" creationId="{D6291B6D-4F34-476A-A25C-B390EF3B1466}"/>
          </ac:spMkLst>
        </pc:spChg>
        <pc:spChg chg="add mod">
          <ac:chgData name="Vishal shakyavanshi" userId="b1d5ed2b6c30e88b" providerId="LiveId" clId="{50FC4353-05F8-4FB3-A348-E16DBFEEF5E4}" dt="2026-10-01T11:44:10.452" v="328" actId="14100"/>
          <ac:spMkLst>
            <pc:docMk/>
            <pc:sldMk cId="3440805173" sldId="280"/>
            <ac:spMk id="6" creationId="{5C9AF8D0-CB74-44AC-9C8B-D413244C17B9}"/>
          </ac:spMkLst>
        </pc:spChg>
        <pc:spChg chg="add mod">
          <ac:chgData name="Vishal shakyavanshi" userId="b1d5ed2b6c30e88b" providerId="LiveId" clId="{50FC4353-05F8-4FB3-A348-E16DBFEEF5E4}" dt="2026-10-01T11:46:48.073" v="340" actId="255"/>
          <ac:spMkLst>
            <pc:docMk/>
            <pc:sldMk cId="3440805173" sldId="280"/>
            <ac:spMk id="8" creationId="{8748FD92-13CA-48AA-A602-5149A70FB63C}"/>
          </ac:spMkLst>
        </pc:spChg>
      </pc:sldChg>
      <pc:sldChg chg="addSp modSp new del mod">
        <pc:chgData name="Vishal shakyavanshi" userId="b1d5ed2b6c30e88b" providerId="LiveId" clId="{50FC4353-05F8-4FB3-A348-E16DBFEEF5E4}" dt="2026-10-03T06:48:39.942" v="2673" actId="2696"/>
        <pc:sldMkLst>
          <pc:docMk/>
          <pc:sldMk cId="2272012432" sldId="281"/>
        </pc:sldMkLst>
        <pc:spChg chg="add mod">
          <ac:chgData name="Vishal shakyavanshi" userId="b1d5ed2b6c30e88b" providerId="LiveId" clId="{50FC4353-05F8-4FB3-A348-E16DBFEEF5E4}" dt="2026-10-01T12:44:02.476" v="504" actId="1076"/>
          <ac:spMkLst>
            <pc:docMk/>
            <pc:sldMk cId="2272012432" sldId="281"/>
            <ac:spMk id="2" creationId="{1444ACBB-2098-4550-8A4E-382BBE32BEAD}"/>
          </ac:spMkLst>
        </pc:spChg>
        <pc:spChg chg="add mod">
          <ac:chgData name="Vishal shakyavanshi" userId="b1d5ed2b6c30e88b" providerId="LiveId" clId="{50FC4353-05F8-4FB3-A348-E16DBFEEF5E4}" dt="2026-10-01T11:57:03.735" v="367" actId="1076"/>
          <ac:spMkLst>
            <pc:docMk/>
            <pc:sldMk cId="2272012432" sldId="281"/>
            <ac:spMk id="4" creationId="{40C8A369-5F5E-414B-9335-630605C088C4}"/>
          </ac:spMkLst>
        </pc:spChg>
        <pc:spChg chg="add mod">
          <ac:chgData name="Vishal shakyavanshi" userId="b1d5ed2b6c30e88b" providerId="LiveId" clId="{50FC4353-05F8-4FB3-A348-E16DBFEEF5E4}" dt="2026-10-01T11:56:56.183" v="366" actId="14100"/>
          <ac:spMkLst>
            <pc:docMk/>
            <pc:sldMk cId="2272012432" sldId="281"/>
            <ac:spMk id="6" creationId="{B57EB98E-9DA6-4D08-924C-9B98A31AA7D3}"/>
          </ac:spMkLst>
        </pc:spChg>
        <pc:spChg chg="add mod">
          <ac:chgData name="Vishal shakyavanshi" userId="b1d5ed2b6c30e88b" providerId="LiveId" clId="{50FC4353-05F8-4FB3-A348-E16DBFEEF5E4}" dt="2026-10-01T11:59:10.141" v="378" actId="1076"/>
          <ac:spMkLst>
            <pc:docMk/>
            <pc:sldMk cId="2272012432" sldId="281"/>
            <ac:spMk id="8" creationId="{62F691B0-D891-45FE-9872-6C917251A60F}"/>
          </ac:spMkLst>
        </pc:spChg>
        <pc:spChg chg="add mod">
          <ac:chgData name="Vishal shakyavanshi" userId="b1d5ed2b6c30e88b" providerId="LiveId" clId="{50FC4353-05F8-4FB3-A348-E16DBFEEF5E4}" dt="2026-10-01T12:44:18.092" v="506" actId="1076"/>
          <ac:spMkLst>
            <pc:docMk/>
            <pc:sldMk cId="2272012432" sldId="281"/>
            <ac:spMk id="9" creationId="{C00079CC-7065-47AF-ABF5-12A9EE810959}"/>
          </ac:spMkLst>
        </pc:spChg>
        <pc:spChg chg="add mod">
          <ac:chgData name="Vishal shakyavanshi" userId="b1d5ed2b6c30e88b" providerId="LiveId" clId="{50FC4353-05F8-4FB3-A348-E16DBFEEF5E4}" dt="2026-10-01T12:05:33.650" v="426" actId="1076"/>
          <ac:spMkLst>
            <pc:docMk/>
            <pc:sldMk cId="2272012432" sldId="281"/>
            <ac:spMk id="11" creationId="{F78A42AF-8789-4BC6-9814-7DA1EE035C92}"/>
          </ac:spMkLst>
        </pc:spChg>
        <pc:spChg chg="add mod">
          <ac:chgData name="Vishal shakyavanshi" userId="b1d5ed2b6c30e88b" providerId="LiveId" clId="{50FC4353-05F8-4FB3-A348-E16DBFEEF5E4}" dt="2026-10-01T12:06:30.134" v="433" actId="1076"/>
          <ac:spMkLst>
            <pc:docMk/>
            <pc:sldMk cId="2272012432" sldId="281"/>
            <ac:spMk id="13" creationId="{CEBD463C-183C-46F3-80D4-B0F7DE40D17A}"/>
          </ac:spMkLst>
        </pc:spChg>
        <pc:spChg chg="add mod">
          <ac:chgData name="Vishal shakyavanshi" userId="b1d5ed2b6c30e88b" providerId="LiveId" clId="{50FC4353-05F8-4FB3-A348-E16DBFEEF5E4}" dt="2026-10-01T12:44:09.722" v="505" actId="1076"/>
          <ac:spMkLst>
            <pc:docMk/>
            <pc:sldMk cId="2272012432" sldId="281"/>
            <ac:spMk id="14" creationId="{8EE5C9C3-20A6-4512-8F97-907937ECD6DA}"/>
          </ac:spMkLst>
        </pc:spChg>
        <pc:spChg chg="add mod">
          <ac:chgData name="Vishal shakyavanshi" userId="b1d5ed2b6c30e88b" providerId="LiveId" clId="{50FC4353-05F8-4FB3-A348-E16DBFEEF5E4}" dt="2026-10-01T12:44:23.822" v="507" actId="1076"/>
          <ac:spMkLst>
            <pc:docMk/>
            <pc:sldMk cId="2272012432" sldId="281"/>
            <ac:spMk id="16" creationId="{EB471CDB-FF7C-4E49-B83A-FB7455346E18}"/>
          </ac:spMkLst>
        </pc:spChg>
        <pc:spChg chg="add mod">
          <ac:chgData name="Vishal shakyavanshi" userId="b1d5ed2b6c30e88b" providerId="LiveId" clId="{50FC4353-05F8-4FB3-A348-E16DBFEEF5E4}" dt="2026-10-01T12:06:39.875" v="435" actId="1076"/>
          <ac:spMkLst>
            <pc:docMk/>
            <pc:sldMk cId="2272012432" sldId="281"/>
            <ac:spMk id="18" creationId="{9FF99C86-6D4D-4045-9758-8296EC68FF0A}"/>
          </ac:spMkLst>
        </pc:spChg>
        <pc:spChg chg="add mod">
          <ac:chgData name="Vishal shakyavanshi" userId="b1d5ed2b6c30e88b" providerId="LiveId" clId="{50FC4353-05F8-4FB3-A348-E16DBFEEF5E4}" dt="2026-10-01T12:06:49.048" v="437" actId="1076"/>
          <ac:spMkLst>
            <pc:docMk/>
            <pc:sldMk cId="2272012432" sldId="281"/>
            <ac:spMk id="20" creationId="{B16B79C6-A43E-4D18-937C-EBA09FC9061E}"/>
          </ac:spMkLst>
        </pc:spChg>
        <pc:spChg chg="add mod">
          <ac:chgData name="Vishal shakyavanshi" userId="b1d5ed2b6c30e88b" providerId="LiveId" clId="{50FC4353-05F8-4FB3-A348-E16DBFEEF5E4}" dt="2026-10-01T13:08:54.816" v="706" actId="14100"/>
          <ac:spMkLst>
            <pc:docMk/>
            <pc:sldMk cId="2272012432" sldId="281"/>
            <ac:spMk id="26" creationId="{3B4E7027-5DCF-4FC6-B30F-AB17E2C3996E}"/>
          </ac:spMkLst>
        </pc:spChg>
        <pc:picChg chg="add mod">
          <ac:chgData name="Vishal shakyavanshi" userId="b1d5ed2b6c30e88b" providerId="LiveId" clId="{50FC4353-05F8-4FB3-A348-E16DBFEEF5E4}" dt="2026-10-01T13:07:31.594" v="695" actId="1076"/>
          <ac:picMkLst>
            <pc:docMk/>
            <pc:sldMk cId="2272012432" sldId="281"/>
            <ac:picMk id="22" creationId="{4FAB76AD-735C-43E7-874A-0FAA41993021}"/>
          </ac:picMkLst>
        </pc:picChg>
        <pc:picChg chg="add mod">
          <ac:chgData name="Vishal shakyavanshi" userId="b1d5ed2b6c30e88b" providerId="LiveId" clId="{50FC4353-05F8-4FB3-A348-E16DBFEEF5E4}" dt="2026-10-01T13:08:16.432" v="701" actId="14100"/>
          <ac:picMkLst>
            <pc:docMk/>
            <pc:sldMk cId="2272012432" sldId="281"/>
            <ac:picMk id="24" creationId="{F01B84B5-0008-48EF-85EF-F022A6A8F8B2}"/>
          </ac:picMkLst>
        </pc:picChg>
      </pc:sldChg>
      <pc:sldChg chg="addSp delSp modSp new del mod">
        <pc:chgData name="Vishal shakyavanshi" userId="b1d5ed2b6c30e88b" providerId="LiveId" clId="{50FC4353-05F8-4FB3-A348-E16DBFEEF5E4}" dt="2026-10-03T06:48:47.367" v="2674" actId="2696"/>
        <pc:sldMkLst>
          <pc:docMk/>
          <pc:sldMk cId="667340274" sldId="282"/>
        </pc:sldMkLst>
        <pc:spChg chg="add mod">
          <ac:chgData name="Vishal shakyavanshi" userId="b1d5ed2b6c30e88b" providerId="LiveId" clId="{50FC4353-05F8-4FB3-A348-E16DBFEEF5E4}" dt="2026-10-01T12:55:01.792" v="583" actId="1076"/>
          <ac:spMkLst>
            <pc:docMk/>
            <pc:sldMk cId="667340274" sldId="282"/>
            <ac:spMk id="2" creationId="{F3950FAB-78D7-4017-ADEF-23351383583D}"/>
          </ac:spMkLst>
        </pc:spChg>
        <pc:spChg chg="add mod">
          <ac:chgData name="Vishal shakyavanshi" userId="b1d5ed2b6c30e88b" providerId="LiveId" clId="{50FC4353-05F8-4FB3-A348-E16DBFEEF5E4}" dt="2026-10-01T13:04:14.842" v="664" actId="255"/>
          <ac:spMkLst>
            <pc:docMk/>
            <pc:sldMk cId="667340274" sldId="282"/>
            <ac:spMk id="4" creationId="{20F9E1AA-0AE3-48C6-B803-876545C26374}"/>
          </ac:spMkLst>
        </pc:spChg>
        <pc:spChg chg="add mod">
          <ac:chgData name="Vishal shakyavanshi" userId="b1d5ed2b6c30e88b" providerId="LiveId" clId="{50FC4353-05F8-4FB3-A348-E16DBFEEF5E4}" dt="2026-10-01T12:54:46.798" v="574" actId="1076"/>
          <ac:spMkLst>
            <pc:docMk/>
            <pc:sldMk cId="667340274" sldId="282"/>
            <ac:spMk id="6" creationId="{1D9FF964-0BCD-4D93-B874-8D439A80A222}"/>
          </ac:spMkLst>
        </pc:spChg>
        <pc:spChg chg="add mod">
          <ac:chgData name="Vishal shakyavanshi" userId="b1d5ed2b6c30e88b" providerId="LiveId" clId="{50FC4353-05F8-4FB3-A348-E16DBFEEF5E4}" dt="2026-10-01T12:55:21.792" v="586" actId="1076"/>
          <ac:spMkLst>
            <pc:docMk/>
            <pc:sldMk cId="667340274" sldId="282"/>
            <ac:spMk id="8" creationId="{649FD8A6-7E3A-412E-883C-1B765BD8D1CA}"/>
          </ac:spMkLst>
        </pc:spChg>
        <pc:spChg chg="add mod">
          <ac:chgData name="Vishal shakyavanshi" userId="b1d5ed2b6c30e88b" providerId="LiveId" clId="{50FC4353-05F8-4FB3-A348-E16DBFEEF5E4}" dt="2026-10-01T13:09:43.536" v="714" actId="1076"/>
          <ac:spMkLst>
            <pc:docMk/>
            <pc:sldMk cId="667340274" sldId="282"/>
            <ac:spMk id="9" creationId="{63D54130-5085-4D65-A0AA-2FC4DA692A9D}"/>
          </ac:spMkLst>
        </pc:spChg>
        <pc:spChg chg="add mod">
          <ac:chgData name="Vishal shakyavanshi" userId="b1d5ed2b6c30e88b" providerId="LiveId" clId="{50FC4353-05F8-4FB3-A348-E16DBFEEF5E4}" dt="2026-10-01T13:09:48.086" v="716" actId="1076"/>
          <ac:spMkLst>
            <pc:docMk/>
            <pc:sldMk cId="667340274" sldId="282"/>
            <ac:spMk id="10" creationId="{1DFF6BA0-877E-4259-9D53-9CE14112E62E}"/>
          </ac:spMkLst>
        </pc:spChg>
        <pc:spChg chg="add mod">
          <ac:chgData name="Vishal shakyavanshi" userId="b1d5ed2b6c30e88b" providerId="LiveId" clId="{50FC4353-05F8-4FB3-A348-E16DBFEEF5E4}" dt="2026-10-01T13:09:50.603" v="717" actId="1076"/>
          <ac:spMkLst>
            <pc:docMk/>
            <pc:sldMk cId="667340274" sldId="282"/>
            <ac:spMk id="11" creationId="{161633BB-0F6F-4ABA-9D44-F7F3B9B852BF}"/>
          </ac:spMkLst>
        </pc:spChg>
        <pc:spChg chg="add mod">
          <ac:chgData name="Vishal shakyavanshi" userId="b1d5ed2b6c30e88b" providerId="LiveId" clId="{50FC4353-05F8-4FB3-A348-E16DBFEEF5E4}" dt="2026-10-01T12:55:53.219" v="592" actId="1076"/>
          <ac:spMkLst>
            <pc:docMk/>
            <pc:sldMk cId="667340274" sldId="282"/>
            <ac:spMk id="13" creationId="{C6461901-8E48-4AFE-AB29-8FDB4E0DA7D3}"/>
          </ac:spMkLst>
        </pc:spChg>
        <pc:spChg chg="add mod">
          <ac:chgData name="Vishal shakyavanshi" userId="b1d5ed2b6c30e88b" providerId="LiveId" clId="{50FC4353-05F8-4FB3-A348-E16DBFEEF5E4}" dt="2026-10-01T13:04:09.077" v="663" actId="255"/>
          <ac:spMkLst>
            <pc:docMk/>
            <pc:sldMk cId="667340274" sldId="282"/>
            <ac:spMk id="15" creationId="{EA9AB318-95DF-429F-A78D-8FE9D2D7D153}"/>
          </ac:spMkLst>
        </pc:spChg>
        <pc:spChg chg="add mod">
          <ac:chgData name="Vishal shakyavanshi" userId="b1d5ed2b6c30e88b" providerId="LiveId" clId="{50FC4353-05F8-4FB3-A348-E16DBFEEF5E4}" dt="2026-10-01T12:56:42.039" v="601" actId="14100"/>
          <ac:spMkLst>
            <pc:docMk/>
            <pc:sldMk cId="667340274" sldId="282"/>
            <ac:spMk id="17" creationId="{F4F30407-FA70-4FD0-942B-A1D544046E66}"/>
          </ac:spMkLst>
        </pc:spChg>
        <pc:spChg chg="add mod">
          <ac:chgData name="Vishal shakyavanshi" userId="b1d5ed2b6c30e88b" providerId="LiveId" clId="{50FC4353-05F8-4FB3-A348-E16DBFEEF5E4}" dt="2026-10-01T13:10:40.528" v="720" actId="1076"/>
          <ac:spMkLst>
            <pc:docMk/>
            <pc:sldMk cId="667340274" sldId="282"/>
            <ac:spMk id="19" creationId="{18647B55-4CF0-40BA-A556-EDCC173FDB55}"/>
          </ac:spMkLst>
        </pc:spChg>
        <pc:spChg chg="add del mod">
          <ac:chgData name="Vishal shakyavanshi" userId="b1d5ed2b6c30e88b" providerId="LiveId" clId="{50FC4353-05F8-4FB3-A348-E16DBFEEF5E4}" dt="2026-10-01T12:59:45.222" v="620" actId="22"/>
          <ac:spMkLst>
            <pc:docMk/>
            <pc:sldMk cId="667340274" sldId="282"/>
            <ac:spMk id="21" creationId="{ED578268-787D-42B6-AEF1-C71F25535A73}"/>
          </ac:spMkLst>
        </pc:spChg>
        <pc:spChg chg="add mod">
          <ac:chgData name="Vishal shakyavanshi" userId="b1d5ed2b6c30e88b" providerId="LiveId" clId="{50FC4353-05F8-4FB3-A348-E16DBFEEF5E4}" dt="2026-10-01T13:01:22.489" v="638" actId="1076"/>
          <ac:spMkLst>
            <pc:docMk/>
            <pc:sldMk cId="667340274" sldId="282"/>
            <ac:spMk id="23" creationId="{DB8A6F2F-6490-46E0-A923-99F1A9E3EBFB}"/>
          </ac:spMkLst>
        </pc:spChg>
        <pc:spChg chg="add mod">
          <ac:chgData name="Vishal shakyavanshi" userId="b1d5ed2b6c30e88b" providerId="LiveId" clId="{50FC4353-05F8-4FB3-A348-E16DBFEEF5E4}" dt="2026-10-01T13:04:04.944" v="662" actId="255"/>
          <ac:spMkLst>
            <pc:docMk/>
            <pc:sldMk cId="667340274" sldId="282"/>
            <ac:spMk id="25" creationId="{F87A4DB5-75AA-4199-A2D5-E5700FB0BA74}"/>
          </ac:spMkLst>
        </pc:spChg>
        <pc:spChg chg="add mod">
          <ac:chgData name="Vishal shakyavanshi" userId="b1d5ed2b6c30e88b" providerId="LiveId" clId="{50FC4353-05F8-4FB3-A348-E16DBFEEF5E4}" dt="2026-10-01T13:10:45.994" v="721" actId="1076"/>
          <ac:spMkLst>
            <pc:docMk/>
            <pc:sldMk cId="667340274" sldId="282"/>
            <ac:spMk id="27" creationId="{C8C5DF19-5345-4049-A74F-AD13BC3D393B}"/>
          </ac:spMkLst>
        </pc:spChg>
        <pc:spChg chg="add mod">
          <ac:chgData name="Vishal shakyavanshi" userId="b1d5ed2b6c30e88b" providerId="LiveId" clId="{50FC4353-05F8-4FB3-A348-E16DBFEEF5E4}" dt="2026-10-01T13:04:00.546" v="661" actId="255"/>
          <ac:spMkLst>
            <pc:docMk/>
            <pc:sldMk cId="667340274" sldId="282"/>
            <ac:spMk id="29" creationId="{5488C404-4360-47BC-9E10-7160E727170D}"/>
          </ac:spMkLst>
        </pc:spChg>
        <pc:spChg chg="add mod">
          <ac:chgData name="Vishal shakyavanshi" userId="b1d5ed2b6c30e88b" providerId="LiveId" clId="{50FC4353-05F8-4FB3-A348-E16DBFEEF5E4}" dt="2026-10-01T13:10:50.956" v="722" actId="1076"/>
          <ac:spMkLst>
            <pc:docMk/>
            <pc:sldMk cId="667340274" sldId="282"/>
            <ac:spMk id="31" creationId="{F9C8F10D-E4A5-4E6B-8AF6-A0A32DF07A76}"/>
          </ac:spMkLst>
        </pc:spChg>
        <pc:spChg chg="add mod">
          <ac:chgData name="Vishal shakyavanshi" userId="b1d5ed2b6c30e88b" providerId="LiveId" clId="{50FC4353-05F8-4FB3-A348-E16DBFEEF5E4}" dt="2026-10-01T13:09:33.627" v="711" actId="1076"/>
          <ac:spMkLst>
            <pc:docMk/>
            <pc:sldMk cId="667340274" sldId="282"/>
            <ac:spMk id="33" creationId="{F1F8A494-FF09-49FB-8978-8AA4DCD8A57D}"/>
          </ac:spMkLst>
        </pc:spChg>
        <pc:picChg chg="add mod">
          <ac:chgData name="Vishal shakyavanshi" userId="b1d5ed2b6c30e88b" providerId="LiveId" clId="{50FC4353-05F8-4FB3-A348-E16DBFEEF5E4}" dt="2026-10-01T18:03:27.445" v="1493" actId="14100"/>
          <ac:picMkLst>
            <pc:docMk/>
            <pc:sldMk cId="667340274" sldId="282"/>
            <ac:picMk id="35" creationId="{5E04E1A2-2566-473E-8CA7-75AA80F35581}"/>
          </ac:picMkLst>
        </pc:picChg>
        <pc:picChg chg="add mod">
          <ac:chgData name="Vishal shakyavanshi" userId="b1d5ed2b6c30e88b" providerId="LiveId" clId="{50FC4353-05F8-4FB3-A348-E16DBFEEF5E4}" dt="2026-10-01T18:03:33.607" v="1494" actId="1076"/>
          <ac:picMkLst>
            <pc:docMk/>
            <pc:sldMk cId="667340274" sldId="282"/>
            <ac:picMk id="37" creationId="{67938A3F-59BB-4671-86DC-F572521E8511}"/>
          </ac:picMkLst>
        </pc:picChg>
        <pc:picChg chg="add del mod">
          <ac:chgData name="Vishal shakyavanshi" userId="b1d5ed2b6c30e88b" providerId="LiveId" clId="{50FC4353-05F8-4FB3-A348-E16DBFEEF5E4}" dt="2026-10-01T18:03:04.198" v="1489" actId="21"/>
          <ac:picMkLst>
            <pc:docMk/>
            <pc:sldMk cId="667340274" sldId="282"/>
            <ac:picMk id="39" creationId="{73B67AAB-B2AC-4880-8658-8E1BB04D9E99}"/>
          </ac:picMkLst>
        </pc:picChg>
      </pc:sldChg>
      <pc:sldChg chg="addSp modSp new mod">
        <pc:chgData name="Vishal shakyavanshi" userId="b1d5ed2b6c30e88b" providerId="LiveId" clId="{50FC4353-05F8-4FB3-A348-E16DBFEEF5E4}" dt="2026-10-01T13:22:03.893" v="789" actId="14100"/>
        <pc:sldMkLst>
          <pc:docMk/>
          <pc:sldMk cId="1232334454" sldId="283"/>
        </pc:sldMkLst>
        <pc:spChg chg="add mod">
          <ac:chgData name="Vishal shakyavanshi" userId="b1d5ed2b6c30e88b" providerId="LiveId" clId="{50FC4353-05F8-4FB3-A348-E16DBFEEF5E4}" dt="2026-10-01T13:19:49.628" v="772" actId="14100"/>
          <ac:spMkLst>
            <pc:docMk/>
            <pc:sldMk cId="1232334454" sldId="283"/>
            <ac:spMk id="3" creationId="{2ADAEFE9-682A-4CAE-8E25-F6EB4B8B93A6}"/>
          </ac:spMkLst>
        </pc:spChg>
        <pc:spChg chg="add mod">
          <ac:chgData name="Vishal shakyavanshi" userId="b1d5ed2b6c30e88b" providerId="LiveId" clId="{50FC4353-05F8-4FB3-A348-E16DBFEEF5E4}" dt="2026-10-01T13:18:28.585" v="758" actId="1076"/>
          <ac:spMkLst>
            <pc:docMk/>
            <pc:sldMk cId="1232334454" sldId="283"/>
            <ac:spMk id="5" creationId="{69137AA0-D7FB-442E-ADAB-05B7F20A12AC}"/>
          </ac:spMkLst>
        </pc:spChg>
        <pc:spChg chg="add mod">
          <ac:chgData name="Vishal shakyavanshi" userId="b1d5ed2b6c30e88b" providerId="LiveId" clId="{50FC4353-05F8-4FB3-A348-E16DBFEEF5E4}" dt="2026-10-01T13:18:42.454" v="761" actId="1076"/>
          <ac:spMkLst>
            <pc:docMk/>
            <pc:sldMk cId="1232334454" sldId="283"/>
            <ac:spMk id="7" creationId="{5568FF72-4732-40F2-88F9-7F6F1D5D5CED}"/>
          </ac:spMkLst>
        </pc:spChg>
        <pc:spChg chg="add mod">
          <ac:chgData name="Vishal shakyavanshi" userId="b1d5ed2b6c30e88b" providerId="LiveId" clId="{50FC4353-05F8-4FB3-A348-E16DBFEEF5E4}" dt="2026-10-01T13:19:00.173" v="764" actId="1076"/>
          <ac:spMkLst>
            <pc:docMk/>
            <pc:sldMk cId="1232334454" sldId="283"/>
            <ac:spMk id="9" creationId="{7EF1F27D-2852-4BCE-AF3C-259289042E29}"/>
          </ac:spMkLst>
        </pc:spChg>
        <pc:spChg chg="add mod">
          <ac:chgData name="Vishal shakyavanshi" userId="b1d5ed2b6c30e88b" providerId="LiveId" clId="{50FC4353-05F8-4FB3-A348-E16DBFEEF5E4}" dt="2026-10-01T13:19:17.680" v="767" actId="1076"/>
          <ac:spMkLst>
            <pc:docMk/>
            <pc:sldMk cId="1232334454" sldId="283"/>
            <ac:spMk id="11" creationId="{1FC9299C-C4DD-4033-8A20-4B65CFD0E496}"/>
          </ac:spMkLst>
        </pc:spChg>
        <pc:spChg chg="add mod">
          <ac:chgData name="Vishal shakyavanshi" userId="b1d5ed2b6c30e88b" providerId="LiveId" clId="{50FC4353-05F8-4FB3-A348-E16DBFEEF5E4}" dt="2026-10-01T13:19:35.990" v="770" actId="1076"/>
          <ac:spMkLst>
            <pc:docMk/>
            <pc:sldMk cId="1232334454" sldId="283"/>
            <ac:spMk id="13" creationId="{556A37BA-AFE1-446F-BAF3-B76F6C5C3E1B}"/>
          </ac:spMkLst>
        </pc:spChg>
        <pc:spChg chg="add mod">
          <ac:chgData name="Vishal shakyavanshi" userId="b1d5ed2b6c30e88b" providerId="LiveId" clId="{50FC4353-05F8-4FB3-A348-E16DBFEEF5E4}" dt="2026-10-01T13:20:22.902" v="777" actId="1076"/>
          <ac:spMkLst>
            <pc:docMk/>
            <pc:sldMk cId="1232334454" sldId="283"/>
            <ac:spMk id="15" creationId="{8D51E156-D0C1-467E-A0ED-D9542B6081BF}"/>
          </ac:spMkLst>
        </pc:spChg>
        <pc:spChg chg="add mod">
          <ac:chgData name="Vishal shakyavanshi" userId="b1d5ed2b6c30e88b" providerId="LiveId" clId="{50FC4353-05F8-4FB3-A348-E16DBFEEF5E4}" dt="2026-10-01T13:22:03.893" v="789" actId="14100"/>
          <ac:spMkLst>
            <pc:docMk/>
            <pc:sldMk cId="1232334454" sldId="283"/>
            <ac:spMk id="16" creationId="{45888BAA-607A-4C92-8FB2-2B79C22AB089}"/>
          </ac:spMkLst>
        </pc:spChg>
      </pc:sldChg>
      <pc:sldChg chg="addSp modSp new mod">
        <pc:chgData name="Vishal shakyavanshi" userId="b1d5ed2b6c30e88b" providerId="LiveId" clId="{50FC4353-05F8-4FB3-A348-E16DBFEEF5E4}" dt="2026-10-01T13:34:20.397" v="870" actId="1076"/>
        <pc:sldMkLst>
          <pc:docMk/>
          <pc:sldMk cId="2104991193" sldId="284"/>
        </pc:sldMkLst>
        <pc:spChg chg="add mod">
          <ac:chgData name="Vishal shakyavanshi" userId="b1d5ed2b6c30e88b" providerId="LiveId" clId="{50FC4353-05F8-4FB3-A348-E16DBFEEF5E4}" dt="2026-10-01T13:34:20.397" v="870" actId="1076"/>
          <ac:spMkLst>
            <pc:docMk/>
            <pc:sldMk cId="2104991193" sldId="284"/>
            <ac:spMk id="4" creationId="{DAC46A96-8342-47F6-8A3B-C865F62E1E47}"/>
          </ac:spMkLst>
        </pc:spChg>
        <pc:graphicFrameChg chg="add mod modGraphic">
          <ac:chgData name="Vishal shakyavanshi" userId="b1d5ed2b6c30e88b" providerId="LiveId" clId="{50FC4353-05F8-4FB3-A348-E16DBFEEF5E4}" dt="2026-10-01T13:28:30.522" v="805" actId="14100"/>
          <ac:graphicFrameMkLst>
            <pc:docMk/>
            <pc:sldMk cId="2104991193" sldId="284"/>
            <ac:graphicFrameMk id="2" creationId="{483A860B-DEE6-4C0C-A9E1-5F8F5FAFEFD6}"/>
          </ac:graphicFrameMkLst>
        </pc:graphicFrameChg>
      </pc:sldChg>
      <pc:sldChg chg="addSp delSp modSp new del mod">
        <pc:chgData name="Vishal shakyavanshi" userId="b1d5ed2b6c30e88b" providerId="LiveId" clId="{50FC4353-05F8-4FB3-A348-E16DBFEEF5E4}" dt="2026-10-03T06:50:34.186" v="2676" actId="2696"/>
        <pc:sldMkLst>
          <pc:docMk/>
          <pc:sldMk cId="219433448" sldId="285"/>
        </pc:sldMkLst>
        <pc:spChg chg="add del mod">
          <ac:chgData name="Vishal shakyavanshi" userId="b1d5ed2b6c30e88b" providerId="LiveId" clId="{50FC4353-05F8-4FB3-A348-E16DBFEEF5E4}" dt="2026-10-03T05:30:36.960" v="2319" actId="21"/>
          <ac:spMkLst>
            <pc:docMk/>
            <pc:sldMk cId="219433448" sldId="285"/>
            <ac:spMk id="3" creationId="{D887F1F1-4440-4174-BB86-EF78917131E5}"/>
          </ac:spMkLst>
        </pc:spChg>
        <pc:spChg chg="add del mod">
          <ac:chgData name="Vishal shakyavanshi" userId="b1d5ed2b6c30e88b" providerId="LiveId" clId="{50FC4353-05F8-4FB3-A348-E16DBFEEF5E4}" dt="2026-10-03T05:30:36.960" v="2319" actId="21"/>
          <ac:spMkLst>
            <pc:docMk/>
            <pc:sldMk cId="219433448" sldId="285"/>
            <ac:spMk id="4" creationId="{C3020473-24BA-4C68-AF2B-9A1396F086DA}"/>
          </ac:spMkLst>
        </pc:spChg>
        <pc:spChg chg="add del mod">
          <ac:chgData name="Vishal shakyavanshi" userId="b1d5ed2b6c30e88b" providerId="LiveId" clId="{50FC4353-05F8-4FB3-A348-E16DBFEEF5E4}" dt="2026-10-03T05:30:36.960" v="2319" actId="21"/>
          <ac:spMkLst>
            <pc:docMk/>
            <pc:sldMk cId="219433448" sldId="285"/>
            <ac:spMk id="6" creationId="{D70BB1B1-BEFF-4DE0-BD86-2AE06D2A0962}"/>
          </ac:spMkLst>
        </pc:spChg>
        <pc:spChg chg="add del mod">
          <ac:chgData name="Vishal shakyavanshi" userId="b1d5ed2b6c30e88b" providerId="LiveId" clId="{50FC4353-05F8-4FB3-A348-E16DBFEEF5E4}" dt="2026-10-03T05:30:36.960" v="2319" actId="21"/>
          <ac:spMkLst>
            <pc:docMk/>
            <pc:sldMk cId="219433448" sldId="285"/>
            <ac:spMk id="8" creationId="{F42538B4-E0AE-4DA0-918C-79FCF57A8A52}"/>
          </ac:spMkLst>
        </pc:spChg>
        <pc:spChg chg="add del mod">
          <ac:chgData name="Vishal shakyavanshi" userId="b1d5ed2b6c30e88b" providerId="LiveId" clId="{50FC4353-05F8-4FB3-A348-E16DBFEEF5E4}" dt="2026-10-03T05:30:36.960" v="2319" actId="21"/>
          <ac:spMkLst>
            <pc:docMk/>
            <pc:sldMk cId="219433448" sldId="285"/>
            <ac:spMk id="10" creationId="{53C8CDAD-27AF-42A9-992B-AF75FCCFD00C}"/>
          </ac:spMkLst>
        </pc:spChg>
      </pc:sldChg>
      <pc:sldChg chg="addSp modSp new mod">
        <pc:chgData name="Vishal shakyavanshi" userId="b1d5ed2b6c30e88b" providerId="LiveId" clId="{50FC4353-05F8-4FB3-A348-E16DBFEEF5E4}" dt="2026-10-03T05:20:38.740" v="2232" actId="1037"/>
        <pc:sldMkLst>
          <pc:docMk/>
          <pc:sldMk cId="354346828" sldId="286"/>
        </pc:sldMkLst>
        <pc:spChg chg="add mod">
          <ac:chgData name="Vishal shakyavanshi" userId="b1d5ed2b6c30e88b" providerId="LiveId" clId="{50FC4353-05F8-4FB3-A348-E16DBFEEF5E4}" dt="2026-10-03T05:20:38.740" v="2232" actId="1037"/>
          <ac:spMkLst>
            <pc:docMk/>
            <pc:sldMk cId="354346828" sldId="286"/>
            <ac:spMk id="5" creationId="{33C9D0A2-0469-4377-A750-F138110F0A78}"/>
          </ac:spMkLst>
        </pc:spChg>
        <pc:spChg chg="add mod">
          <ac:chgData name="Vishal shakyavanshi" userId="b1d5ed2b6c30e88b" providerId="LiveId" clId="{50FC4353-05F8-4FB3-A348-E16DBFEEF5E4}" dt="2026-10-03T05:20:34.589" v="2230" actId="14100"/>
          <ac:spMkLst>
            <pc:docMk/>
            <pc:sldMk cId="354346828" sldId="286"/>
            <ac:spMk id="6" creationId="{CB13F850-2CDC-4681-8760-0636AB812A34}"/>
          </ac:spMkLst>
        </pc:spChg>
        <pc:spChg chg="add mod">
          <ac:chgData name="Vishal shakyavanshi" userId="b1d5ed2b6c30e88b" providerId="LiveId" clId="{50FC4353-05F8-4FB3-A348-E16DBFEEF5E4}" dt="2026-10-03T05:20:26.750" v="2229" actId="1076"/>
          <ac:spMkLst>
            <pc:docMk/>
            <pc:sldMk cId="354346828" sldId="286"/>
            <ac:spMk id="7" creationId="{EA339F6D-E590-4F8C-B25D-0CACFCC9AE39}"/>
          </ac:spMkLst>
        </pc:spChg>
        <pc:picChg chg="add mod">
          <ac:chgData name="Vishal shakyavanshi" userId="b1d5ed2b6c30e88b" providerId="LiveId" clId="{50FC4353-05F8-4FB3-A348-E16DBFEEF5E4}" dt="2026-10-03T05:20:13.336" v="2227" actId="1076"/>
          <ac:picMkLst>
            <pc:docMk/>
            <pc:sldMk cId="354346828" sldId="286"/>
            <ac:picMk id="3" creationId="{37380739-47C3-45C2-9725-8D2995D688DF}"/>
          </ac:picMkLst>
        </pc:picChg>
      </pc:sldChg>
      <pc:sldChg chg="addSp modSp new mod">
        <pc:chgData name="Vishal shakyavanshi" userId="b1d5ed2b6c30e88b" providerId="LiveId" clId="{50FC4353-05F8-4FB3-A348-E16DBFEEF5E4}" dt="2026-10-03T05:20:49.261" v="2235" actId="1076"/>
        <pc:sldMkLst>
          <pc:docMk/>
          <pc:sldMk cId="3364184425" sldId="287"/>
        </pc:sldMkLst>
        <pc:spChg chg="add mod">
          <ac:chgData name="Vishal shakyavanshi" userId="b1d5ed2b6c30e88b" providerId="LiveId" clId="{50FC4353-05F8-4FB3-A348-E16DBFEEF5E4}" dt="2026-10-03T05:20:42.689" v="2233" actId="1076"/>
          <ac:spMkLst>
            <pc:docMk/>
            <pc:sldMk cId="3364184425" sldId="287"/>
            <ac:spMk id="5" creationId="{98CA6ADA-EEA9-4C12-B7E4-82B80276E817}"/>
          </ac:spMkLst>
        </pc:spChg>
        <pc:spChg chg="add mod">
          <ac:chgData name="Vishal shakyavanshi" userId="b1d5ed2b6c30e88b" providerId="LiveId" clId="{50FC4353-05F8-4FB3-A348-E16DBFEEF5E4}" dt="2026-10-03T05:20:49.261" v="2235" actId="1076"/>
          <ac:spMkLst>
            <pc:docMk/>
            <pc:sldMk cId="3364184425" sldId="287"/>
            <ac:spMk id="6" creationId="{3D94F9FD-88A0-40C1-9FC3-90E8B86450E1}"/>
          </ac:spMkLst>
        </pc:spChg>
        <pc:spChg chg="add mod">
          <ac:chgData name="Vishal shakyavanshi" userId="b1d5ed2b6c30e88b" providerId="LiveId" clId="{50FC4353-05F8-4FB3-A348-E16DBFEEF5E4}" dt="2026-10-02T05:54:21.492" v="1797" actId="207"/>
          <ac:spMkLst>
            <pc:docMk/>
            <pc:sldMk cId="3364184425" sldId="287"/>
            <ac:spMk id="7" creationId="{E6187AC3-C975-49D7-B484-9E7A0BF27CBB}"/>
          </ac:spMkLst>
        </pc:spChg>
        <pc:spChg chg="add mod">
          <ac:chgData name="Vishal shakyavanshi" userId="b1d5ed2b6c30e88b" providerId="LiveId" clId="{50FC4353-05F8-4FB3-A348-E16DBFEEF5E4}" dt="2026-10-02T05:56:27.095" v="1810" actId="20577"/>
          <ac:spMkLst>
            <pc:docMk/>
            <pc:sldMk cId="3364184425" sldId="287"/>
            <ac:spMk id="9" creationId="{D331E2AB-A30D-45FB-877E-BEAC3FE55166}"/>
          </ac:spMkLst>
        </pc:spChg>
        <pc:picChg chg="add mod">
          <ac:chgData name="Vishal shakyavanshi" userId="b1d5ed2b6c30e88b" providerId="LiveId" clId="{50FC4353-05F8-4FB3-A348-E16DBFEEF5E4}" dt="2026-10-02T05:50:22.076" v="1781" actId="1076"/>
          <ac:picMkLst>
            <pc:docMk/>
            <pc:sldMk cId="3364184425" sldId="287"/>
            <ac:picMk id="3" creationId="{FE5EF23C-734F-40E1-A54D-335094E6641C}"/>
          </ac:picMkLst>
        </pc:picChg>
      </pc:sldChg>
      <pc:sldChg chg="addSp modSp new mod">
        <pc:chgData name="Vishal shakyavanshi" userId="b1d5ed2b6c30e88b" providerId="LiveId" clId="{50FC4353-05F8-4FB3-A348-E16DBFEEF5E4}" dt="2026-10-03T05:21:37.257" v="2245" actId="1076"/>
        <pc:sldMkLst>
          <pc:docMk/>
          <pc:sldMk cId="369359493" sldId="288"/>
        </pc:sldMkLst>
        <pc:spChg chg="add mod">
          <ac:chgData name="Vishal shakyavanshi" userId="b1d5ed2b6c30e88b" providerId="LiveId" clId="{50FC4353-05F8-4FB3-A348-E16DBFEEF5E4}" dt="2026-10-03T05:21:35.600" v="2244" actId="13926"/>
          <ac:spMkLst>
            <pc:docMk/>
            <pc:sldMk cId="369359493" sldId="288"/>
            <ac:spMk id="5" creationId="{77003C2A-A999-47FA-A334-9F33E7D03686}"/>
          </ac:spMkLst>
        </pc:spChg>
        <pc:spChg chg="add mod">
          <ac:chgData name="Vishal shakyavanshi" userId="b1d5ed2b6c30e88b" providerId="LiveId" clId="{50FC4353-05F8-4FB3-A348-E16DBFEEF5E4}" dt="2026-10-03T05:21:22.307" v="2242" actId="14100"/>
          <ac:spMkLst>
            <pc:docMk/>
            <pc:sldMk cId="369359493" sldId="288"/>
            <ac:spMk id="6" creationId="{3B238D17-6559-49A5-B9BE-EA52D3F61018}"/>
          </ac:spMkLst>
        </pc:spChg>
        <pc:spChg chg="add mod">
          <ac:chgData name="Vishal shakyavanshi" userId="b1d5ed2b6c30e88b" providerId="LiveId" clId="{50FC4353-05F8-4FB3-A348-E16DBFEEF5E4}" dt="2026-10-03T05:21:37.257" v="2245" actId="1076"/>
          <ac:spMkLst>
            <pc:docMk/>
            <pc:sldMk cId="369359493" sldId="288"/>
            <ac:spMk id="7" creationId="{09B3A8B0-AC6C-4BA0-A4D6-BC998DA4F0D0}"/>
          </ac:spMkLst>
        </pc:spChg>
        <pc:spChg chg="add mod">
          <ac:chgData name="Vishal shakyavanshi" userId="b1d5ed2b6c30e88b" providerId="LiveId" clId="{50FC4353-05F8-4FB3-A348-E16DBFEEF5E4}" dt="2026-10-02T06:13:51.934" v="1920" actId="1076"/>
          <ac:spMkLst>
            <pc:docMk/>
            <pc:sldMk cId="369359493" sldId="288"/>
            <ac:spMk id="9" creationId="{D752736B-D5AF-4D54-8A07-D7FB27EE8875}"/>
          </ac:spMkLst>
        </pc:spChg>
        <pc:picChg chg="add mod">
          <ac:chgData name="Vishal shakyavanshi" userId="b1d5ed2b6c30e88b" providerId="LiveId" clId="{50FC4353-05F8-4FB3-A348-E16DBFEEF5E4}" dt="2026-10-02T06:12:35.064" v="1907" actId="1076"/>
          <ac:picMkLst>
            <pc:docMk/>
            <pc:sldMk cId="369359493" sldId="288"/>
            <ac:picMk id="3" creationId="{792139C9-E759-48DC-8EA7-CEFA873C8273}"/>
          </ac:picMkLst>
        </pc:picChg>
      </pc:sldChg>
      <pc:sldChg chg="addSp delSp modSp new mod">
        <pc:chgData name="Vishal shakyavanshi" userId="b1d5ed2b6c30e88b" providerId="LiveId" clId="{50FC4353-05F8-4FB3-A348-E16DBFEEF5E4}" dt="2026-10-03T06:52:47.499" v="2681" actId="1076"/>
        <pc:sldMkLst>
          <pc:docMk/>
          <pc:sldMk cId="3180955305" sldId="289"/>
        </pc:sldMkLst>
        <pc:spChg chg="add mod">
          <ac:chgData name="Vishal shakyavanshi" userId="b1d5ed2b6c30e88b" providerId="LiveId" clId="{50FC4353-05F8-4FB3-A348-E16DBFEEF5E4}" dt="2026-10-03T05:24:27.707" v="2272" actId="404"/>
          <ac:spMkLst>
            <pc:docMk/>
            <pc:sldMk cId="3180955305" sldId="289"/>
            <ac:spMk id="5" creationId="{52357AFF-CEE1-4B6E-BCE6-2A5F5B1E9C26}"/>
          </ac:spMkLst>
        </pc:spChg>
        <pc:spChg chg="add mod">
          <ac:chgData name="Vishal shakyavanshi" userId="b1d5ed2b6c30e88b" providerId="LiveId" clId="{50FC4353-05F8-4FB3-A348-E16DBFEEF5E4}" dt="2026-10-03T05:21:54.151" v="2248" actId="14100"/>
          <ac:spMkLst>
            <pc:docMk/>
            <pc:sldMk cId="3180955305" sldId="289"/>
            <ac:spMk id="6" creationId="{9ED30530-2D13-4585-89BA-1C4C8EE577F0}"/>
          </ac:spMkLst>
        </pc:spChg>
        <pc:spChg chg="add mod">
          <ac:chgData name="Vishal shakyavanshi" userId="b1d5ed2b6c30e88b" providerId="LiveId" clId="{50FC4353-05F8-4FB3-A348-E16DBFEEF5E4}" dt="2026-10-03T05:22:26.587" v="2254" actId="1076"/>
          <ac:spMkLst>
            <pc:docMk/>
            <pc:sldMk cId="3180955305" sldId="289"/>
            <ac:spMk id="7" creationId="{473671E5-238F-4854-BA01-E3F16ED6FBD2}"/>
          </ac:spMkLst>
        </pc:spChg>
        <pc:spChg chg="add mod">
          <ac:chgData name="Vishal shakyavanshi" userId="b1d5ed2b6c30e88b" providerId="LiveId" clId="{50FC4353-05F8-4FB3-A348-E16DBFEEF5E4}" dt="2026-10-03T06:52:47.499" v="2681" actId="1076"/>
          <ac:spMkLst>
            <pc:docMk/>
            <pc:sldMk cId="3180955305" sldId="289"/>
            <ac:spMk id="13" creationId="{548AAD0A-5F33-4C58-8FCD-248C39405BCC}"/>
          </ac:spMkLst>
        </pc:spChg>
        <pc:picChg chg="add mod">
          <ac:chgData name="Vishal shakyavanshi" userId="b1d5ed2b6c30e88b" providerId="LiveId" clId="{50FC4353-05F8-4FB3-A348-E16DBFEEF5E4}" dt="2026-10-03T06:52:28.009" v="2680" actId="14100"/>
          <ac:picMkLst>
            <pc:docMk/>
            <pc:sldMk cId="3180955305" sldId="289"/>
            <ac:picMk id="3" creationId="{7B565284-4677-4FD2-8459-77920EE5E98F}"/>
          </ac:picMkLst>
        </pc:picChg>
        <pc:cxnChg chg="add del mod">
          <ac:chgData name="Vishal shakyavanshi" userId="b1d5ed2b6c30e88b" providerId="LiveId" clId="{50FC4353-05F8-4FB3-A348-E16DBFEEF5E4}" dt="2026-10-02T13:21:27.256" v="2024" actId="21"/>
          <ac:cxnSpMkLst>
            <pc:docMk/>
            <pc:sldMk cId="3180955305" sldId="289"/>
            <ac:cxnSpMk id="9" creationId="{881031CD-5B56-44D7-BE88-4D5FDBFAF280}"/>
          </ac:cxnSpMkLst>
        </pc:cxnChg>
      </pc:sldChg>
      <pc:sldChg chg="addSp modSp new mod">
        <pc:chgData name="Vishal shakyavanshi" userId="b1d5ed2b6c30e88b" providerId="LiveId" clId="{50FC4353-05F8-4FB3-A348-E16DBFEEF5E4}" dt="2026-10-03T05:25:39.593" v="2281" actId="13926"/>
        <pc:sldMkLst>
          <pc:docMk/>
          <pc:sldMk cId="1984086118" sldId="290"/>
        </pc:sldMkLst>
        <pc:spChg chg="add mod">
          <ac:chgData name="Vishal shakyavanshi" userId="b1d5ed2b6c30e88b" providerId="LiveId" clId="{50FC4353-05F8-4FB3-A348-E16DBFEEF5E4}" dt="2026-10-02T13:31:10.632" v="2061" actId="1076"/>
          <ac:spMkLst>
            <pc:docMk/>
            <pc:sldMk cId="1984086118" sldId="290"/>
            <ac:spMk id="5" creationId="{963C25F5-AC2F-41C1-9ED0-08E6EF5965A1}"/>
          </ac:spMkLst>
        </pc:spChg>
        <pc:spChg chg="add mod">
          <ac:chgData name="Vishal shakyavanshi" userId="b1d5ed2b6c30e88b" providerId="LiveId" clId="{50FC4353-05F8-4FB3-A348-E16DBFEEF5E4}" dt="2026-10-03T05:25:31.237" v="2279" actId="1076"/>
          <ac:spMkLst>
            <pc:docMk/>
            <pc:sldMk cId="1984086118" sldId="290"/>
            <ac:spMk id="6" creationId="{C58B7721-92C4-4690-A1E3-0C4CC03E9422}"/>
          </ac:spMkLst>
        </pc:spChg>
        <pc:spChg chg="add mod">
          <ac:chgData name="Vishal shakyavanshi" userId="b1d5ed2b6c30e88b" providerId="LiveId" clId="{50FC4353-05F8-4FB3-A348-E16DBFEEF5E4}" dt="2026-10-03T05:25:39.593" v="2281" actId="13926"/>
          <ac:spMkLst>
            <pc:docMk/>
            <pc:sldMk cId="1984086118" sldId="290"/>
            <ac:spMk id="7" creationId="{51BB83E6-36D5-4510-8F97-A430AFB66714}"/>
          </ac:spMkLst>
        </pc:spChg>
        <pc:picChg chg="add mod">
          <ac:chgData name="Vishal shakyavanshi" userId="b1d5ed2b6c30e88b" providerId="LiveId" clId="{50FC4353-05F8-4FB3-A348-E16DBFEEF5E4}" dt="2026-10-02T13:29:33.916" v="2049" actId="1076"/>
          <ac:picMkLst>
            <pc:docMk/>
            <pc:sldMk cId="1984086118" sldId="290"/>
            <ac:picMk id="3" creationId="{F1A8B78F-D1E3-4AC4-A96A-6EB63554FFEA}"/>
          </ac:picMkLst>
        </pc:picChg>
      </pc:sldChg>
      <pc:sldChg chg="addSp delSp modSp new mod">
        <pc:chgData name="Vishal shakyavanshi" userId="b1d5ed2b6c30e88b" providerId="LiveId" clId="{50FC4353-05F8-4FB3-A348-E16DBFEEF5E4}" dt="2026-10-03T05:27:11.411" v="2299" actId="14100"/>
        <pc:sldMkLst>
          <pc:docMk/>
          <pc:sldMk cId="2250345632" sldId="291"/>
        </pc:sldMkLst>
        <pc:spChg chg="add del">
          <ac:chgData name="Vishal shakyavanshi" userId="b1d5ed2b6c30e88b" providerId="LiveId" clId="{50FC4353-05F8-4FB3-A348-E16DBFEEF5E4}" dt="2026-10-02T13:35:14.314" v="2065" actId="22"/>
          <ac:spMkLst>
            <pc:docMk/>
            <pc:sldMk cId="2250345632" sldId="291"/>
            <ac:spMk id="3" creationId="{63AAC04C-0234-4075-943B-42D463138709}"/>
          </ac:spMkLst>
        </pc:spChg>
        <pc:spChg chg="add mod">
          <ac:chgData name="Vishal shakyavanshi" userId="b1d5ed2b6c30e88b" providerId="LiveId" clId="{50FC4353-05F8-4FB3-A348-E16DBFEEF5E4}" dt="2026-10-03T05:27:02.279" v="2296" actId="20577"/>
          <ac:spMkLst>
            <pc:docMk/>
            <pc:sldMk cId="2250345632" sldId="291"/>
            <ac:spMk id="5" creationId="{91CD8CD1-4788-4EA7-A7A3-A73904748F43}"/>
          </ac:spMkLst>
        </pc:spChg>
        <pc:spChg chg="add mod">
          <ac:chgData name="Vishal shakyavanshi" userId="b1d5ed2b6c30e88b" providerId="LiveId" clId="{50FC4353-05F8-4FB3-A348-E16DBFEEF5E4}" dt="2026-10-03T05:27:11.411" v="2299" actId="14100"/>
          <ac:spMkLst>
            <pc:docMk/>
            <pc:sldMk cId="2250345632" sldId="291"/>
            <ac:spMk id="6" creationId="{CC5E2D58-0D59-4C4B-BEF2-E5ABE043C0DB}"/>
          </ac:spMkLst>
        </pc:spChg>
        <pc:spChg chg="add mod">
          <ac:chgData name="Vishal shakyavanshi" userId="b1d5ed2b6c30e88b" providerId="LiveId" clId="{50FC4353-05F8-4FB3-A348-E16DBFEEF5E4}" dt="2026-10-02T13:39:52.038" v="2098" actId="1076"/>
          <ac:spMkLst>
            <pc:docMk/>
            <pc:sldMk cId="2250345632" sldId="291"/>
            <ac:spMk id="9" creationId="{823574B9-A4DD-497A-B6BD-A81D638B4694}"/>
          </ac:spMkLst>
        </pc:spChg>
        <pc:picChg chg="add mod">
          <ac:chgData name="Vishal shakyavanshi" userId="b1d5ed2b6c30e88b" providerId="LiveId" clId="{50FC4353-05F8-4FB3-A348-E16DBFEEF5E4}" dt="2026-10-02T13:39:01.639" v="2090" actId="1076"/>
          <ac:picMkLst>
            <pc:docMk/>
            <pc:sldMk cId="2250345632" sldId="291"/>
            <ac:picMk id="7" creationId="{D9608C25-9798-46F4-A0FA-47ECA892C2ED}"/>
          </ac:picMkLst>
        </pc:picChg>
      </pc:sldChg>
      <pc:sldChg chg="addSp modSp new mod">
        <pc:chgData name="Vishal shakyavanshi" userId="b1d5ed2b6c30e88b" providerId="LiveId" clId="{50FC4353-05F8-4FB3-A348-E16DBFEEF5E4}" dt="2026-10-03T05:27:49.004" v="2305" actId="1076"/>
        <pc:sldMkLst>
          <pc:docMk/>
          <pc:sldMk cId="1335121826" sldId="292"/>
        </pc:sldMkLst>
        <pc:spChg chg="add mod">
          <ac:chgData name="Vishal shakyavanshi" userId="b1d5ed2b6c30e88b" providerId="LiveId" clId="{50FC4353-05F8-4FB3-A348-E16DBFEEF5E4}" dt="2026-10-02T13:46:20.739" v="2115" actId="1076"/>
          <ac:spMkLst>
            <pc:docMk/>
            <pc:sldMk cId="1335121826" sldId="292"/>
            <ac:spMk id="3" creationId="{27FF2307-D213-4803-A86F-FA5DA6199203}"/>
          </ac:spMkLst>
        </pc:spChg>
        <pc:spChg chg="add mod">
          <ac:chgData name="Vishal shakyavanshi" userId="b1d5ed2b6c30e88b" providerId="LiveId" clId="{50FC4353-05F8-4FB3-A348-E16DBFEEF5E4}" dt="2026-10-03T05:27:48.098" v="2304" actId="14100"/>
          <ac:spMkLst>
            <pc:docMk/>
            <pc:sldMk cId="1335121826" sldId="292"/>
            <ac:spMk id="4" creationId="{0B1ACD63-F06A-446A-82CD-5A06590AA76B}"/>
          </ac:spMkLst>
        </pc:spChg>
        <pc:spChg chg="add mod">
          <ac:chgData name="Vishal shakyavanshi" userId="b1d5ed2b6c30e88b" providerId="LiveId" clId="{50FC4353-05F8-4FB3-A348-E16DBFEEF5E4}" dt="2026-10-03T05:27:49.004" v="2305" actId="1076"/>
          <ac:spMkLst>
            <pc:docMk/>
            <pc:sldMk cId="1335121826" sldId="292"/>
            <ac:spMk id="5" creationId="{89073A70-704B-4236-A46F-570E6D91037B}"/>
          </ac:spMkLst>
        </pc:spChg>
      </pc:sldChg>
      <pc:sldChg chg="addSp delSp modSp new mod">
        <pc:chgData name="Vishal shakyavanshi" userId="b1d5ed2b6c30e88b" providerId="LiveId" clId="{50FC4353-05F8-4FB3-A348-E16DBFEEF5E4}" dt="2026-10-03T05:28:46.045" v="2312" actId="404"/>
        <pc:sldMkLst>
          <pc:docMk/>
          <pc:sldMk cId="2132271299" sldId="293"/>
        </pc:sldMkLst>
        <pc:spChg chg="add mod">
          <ac:chgData name="Vishal shakyavanshi" userId="b1d5ed2b6c30e88b" providerId="LiveId" clId="{50FC4353-05F8-4FB3-A348-E16DBFEEF5E4}" dt="2026-10-03T05:28:46.045" v="2312" actId="404"/>
          <ac:spMkLst>
            <pc:docMk/>
            <pc:sldMk cId="2132271299" sldId="293"/>
            <ac:spMk id="7" creationId="{6F3A7E8E-25B9-4DB4-9C5E-46DB2BF25AF7}"/>
          </ac:spMkLst>
        </pc:spChg>
        <pc:picChg chg="add del mod">
          <ac:chgData name="Vishal shakyavanshi" userId="b1d5ed2b6c30e88b" providerId="LiveId" clId="{50FC4353-05F8-4FB3-A348-E16DBFEEF5E4}" dt="2026-10-02T13:46:43.777" v="2118" actId="931"/>
          <ac:picMkLst>
            <pc:docMk/>
            <pc:sldMk cId="2132271299" sldId="293"/>
            <ac:picMk id="3" creationId="{85E4D6C0-AF54-47FA-87E7-BA0EAD0251BB}"/>
          </ac:picMkLst>
        </pc:picChg>
        <pc:picChg chg="add mod">
          <ac:chgData name="Vishal shakyavanshi" userId="b1d5ed2b6c30e88b" providerId="LiveId" clId="{50FC4353-05F8-4FB3-A348-E16DBFEEF5E4}" dt="2026-10-02T13:50:34.311" v="2157" actId="14100"/>
          <ac:picMkLst>
            <pc:docMk/>
            <pc:sldMk cId="2132271299" sldId="293"/>
            <ac:picMk id="5" creationId="{06127E03-9020-4E36-8675-9E83EA17BC4D}"/>
          </ac:picMkLst>
        </pc:picChg>
      </pc:sldChg>
      <pc:sldChg chg="addSp modSp new mod">
        <pc:chgData name="Vishal shakyavanshi" userId="b1d5ed2b6c30e88b" providerId="LiveId" clId="{50FC4353-05F8-4FB3-A348-E16DBFEEF5E4}" dt="2026-10-03T05:29:21.117" v="2317" actId="14100"/>
        <pc:sldMkLst>
          <pc:docMk/>
          <pc:sldMk cId="1952810265" sldId="294"/>
        </pc:sldMkLst>
        <pc:spChg chg="add mod">
          <ac:chgData name="Vishal shakyavanshi" userId="b1d5ed2b6c30e88b" providerId="LiveId" clId="{50FC4353-05F8-4FB3-A348-E16DBFEEF5E4}" dt="2026-10-03T05:29:21.117" v="2317" actId="14100"/>
          <ac:spMkLst>
            <pc:docMk/>
            <pc:sldMk cId="1952810265" sldId="294"/>
            <ac:spMk id="4" creationId="{CE594035-BD46-497C-80BE-87DADF243A48}"/>
          </ac:spMkLst>
        </pc:spChg>
        <pc:spChg chg="add mod">
          <ac:chgData name="Vishal shakyavanshi" userId="b1d5ed2b6c30e88b" providerId="LiveId" clId="{50FC4353-05F8-4FB3-A348-E16DBFEEF5E4}" dt="2026-10-03T05:29:07.601" v="2314" actId="207"/>
          <ac:spMkLst>
            <pc:docMk/>
            <pc:sldMk cId="1952810265" sldId="294"/>
            <ac:spMk id="5" creationId="{7630040C-7C16-4684-86E9-05E2720967AA}"/>
          </ac:spMkLst>
        </pc:spChg>
        <pc:picChg chg="add mod">
          <ac:chgData name="Vishal shakyavanshi" userId="b1d5ed2b6c30e88b" providerId="LiveId" clId="{50FC4353-05F8-4FB3-A348-E16DBFEEF5E4}" dt="2026-10-02T13:54:18.480" v="2180" actId="1076"/>
          <ac:picMkLst>
            <pc:docMk/>
            <pc:sldMk cId="1952810265" sldId="294"/>
            <ac:picMk id="3" creationId="{7D07D8A9-1682-4CE7-9971-BEA6B87DF994}"/>
          </ac:picMkLst>
        </pc:picChg>
      </pc:sldChg>
      <pc:sldChg chg="addSp modSp new mod">
        <pc:chgData name="Vishal shakyavanshi" userId="b1d5ed2b6c30e88b" providerId="LiveId" clId="{50FC4353-05F8-4FB3-A348-E16DBFEEF5E4}" dt="2026-10-02T13:57:50.734" v="2214" actId="1076"/>
        <pc:sldMkLst>
          <pc:docMk/>
          <pc:sldMk cId="1352543091" sldId="295"/>
        </pc:sldMkLst>
        <pc:spChg chg="add mod">
          <ac:chgData name="Vishal shakyavanshi" userId="b1d5ed2b6c30e88b" providerId="LiveId" clId="{50FC4353-05F8-4FB3-A348-E16DBFEEF5E4}" dt="2026-10-02T13:56:50.657" v="2206" actId="14100"/>
          <ac:spMkLst>
            <pc:docMk/>
            <pc:sldMk cId="1352543091" sldId="295"/>
            <ac:spMk id="3" creationId="{D9E8C9C8-F1C9-47BC-89A5-009DDCF256AB}"/>
          </ac:spMkLst>
        </pc:spChg>
        <pc:spChg chg="add mod">
          <ac:chgData name="Vishal shakyavanshi" userId="b1d5ed2b6c30e88b" providerId="LiveId" clId="{50FC4353-05F8-4FB3-A348-E16DBFEEF5E4}" dt="2026-10-02T13:57:50.734" v="2214" actId="1076"/>
          <ac:spMkLst>
            <pc:docMk/>
            <pc:sldMk cId="1352543091" sldId="295"/>
            <ac:spMk id="5" creationId="{7A23420C-35E3-4C00-8BF2-7BDD926AED1F}"/>
          </ac:spMkLst>
        </pc:spChg>
      </pc:sldChg>
      <pc:sldChg chg="new del">
        <pc:chgData name="Vishal shakyavanshi" userId="b1d5ed2b6c30e88b" providerId="LiveId" clId="{50FC4353-05F8-4FB3-A348-E16DBFEEF5E4}" dt="2026-10-03T05:21:10.770" v="2239" actId="680"/>
        <pc:sldMkLst>
          <pc:docMk/>
          <pc:sldMk cId="121263294" sldId="296"/>
        </pc:sldMkLst>
      </pc:sldChg>
      <pc:sldChg chg="addSp delSp modSp new mod">
        <pc:chgData name="Vishal shakyavanshi" userId="b1d5ed2b6c30e88b" providerId="LiveId" clId="{50FC4353-05F8-4FB3-A348-E16DBFEEF5E4}" dt="2026-10-03T06:25:16.726" v="2456" actId="1076"/>
        <pc:sldMkLst>
          <pc:docMk/>
          <pc:sldMk cId="2687529729" sldId="296"/>
        </pc:sldMkLst>
        <pc:spChg chg="add mod">
          <ac:chgData name="Vishal shakyavanshi" userId="b1d5ed2b6c30e88b" providerId="LiveId" clId="{50FC4353-05F8-4FB3-A348-E16DBFEEF5E4}" dt="2026-10-03T05:49:55.786" v="2351" actId="2711"/>
          <ac:spMkLst>
            <pc:docMk/>
            <pc:sldMk cId="2687529729" sldId="296"/>
            <ac:spMk id="3" creationId="{D2AB7671-AFDF-44F1-AD82-8D5FB2DAB6D5}"/>
          </ac:spMkLst>
        </pc:spChg>
        <pc:spChg chg="add del">
          <ac:chgData name="Vishal shakyavanshi" userId="b1d5ed2b6c30e88b" providerId="LiveId" clId="{50FC4353-05F8-4FB3-A348-E16DBFEEF5E4}" dt="2026-10-03T05:46:07.452" v="2329" actId="22"/>
          <ac:spMkLst>
            <pc:docMk/>
            <pc:sldMk cId="2687529729" sldId="296"/>
            <ac:spMk id="5" creationId="{FBE39471-3909-40F4-9461-E206B37EEB61}"/>
          </ac:spMkLst>
        </pc:spChg>
        <pc:spChg chg="add mod">
          <ac:chgData name="Vishal shakyavanshi" userId="b1d5ed2b6c30e88b" providerId="LiveId" clId="{50FC4353-05F8-4FB3-A348-E16DBFEEF5E4}" dt="2026-10-03T05:46:27.364" v="2332" actId="14100"/>
          <ac:spMkLst>
            <pc:docMk/>
            <pc:sldMk cId="2687529729" sldId="296"/>
            <ac:spMk id="6" creationId="{48D3676B-D186-4FBF-98C1-8CA96B6255AA}"/>
          </ac:spMkLst>
        </pc:spChg>
        <pc:spChg chg="add del mod">
          <ac:chgData name="Vishal shakyavanshi" userId="b1d5ed2b6c30e88b" providerId="LiveId" clId="{50FC4353-05F8-4FB3-A348-E16DBFEEF5E4}" dt="2026-10-03T05:50:51.704" v="2357" actId="21"/>
          <ac:spMkLst>
            <pc:docMk/>
            <pc:sldMk cId="2687529729" sldId="296"/>
            <ac:spMk id="14" creationId="{8BC3B8C8-7CA5-4DFC-B5B5-2F032240EC80}"/>
          </ac:spMkLst>
        </pc:spChg>
        <pc:picChg chg="add mod">
          <ac:chgData name="Vishal shakyavanshi" userId="b1d5ed2b6c30e88b" providerId="LiveId" clId="{50FC4353-05F8-4FB3-A348-E16DBFEEF5E4}" dt="2026-10-03T05:51:01.741" v="2360" actId="14100"/>
          <ac:picMkLst>
            <pc:docMk/>
            <pc:sldMk cId="2687529729" sldId="296"/>
            <ac:picMk id="8" creationId="{58151EC0-D998-4357-862F-994F00C62B47}"/>
          </ac:picMkLst>
        </pc:picChg>
        <pc:cxnChg chg="add del">
          <ac:chgData name="Vishal shakyavanshi" userId="b1d5ed2b6c30e88b" providerId="LiveId" clId="{50FC4353-05F8-4FB3-A348-E16DBFEEF5E4}" dt="2026-10-03T05:47:20.264" v="2340" actId="11529"/>
          <ac:cxnSpMkLst>
            <pc:docMk/>
            <pc:sldMk cId="2687529729" sldId="296"/>
            <ac:cxnSpMk id="10" creationId="{D2984229-DE79-4E41-9AB8-6DF171537E05}"/>
          </ac:cxnSpMkLst>
        </pc:cxnChg>
        <pc:cxnChg chg="add mod">
          <ac:chgData name="Vishal shakyavanshi" userId="b1d5ed2b6c30e88b" providerId="LiveId" clId="{50FC4353-05F8-4FB3-A348-E16DBFEEF5E4}" dt="2026-10-03T06:25:16.726" v="2456" actId="1076"/>
          <ac:cxnSpMkLst>
            <pc:docMk/>
            <pc:sldMk cId="2687529729" sldId="296"/>
            <ac:cxnSpMk id="12" creationId="{A82E7225-8BAB-4D0C-8652-C9F733D9E0C2}"/>
          </ac:cxnSpMkLst>
        </pc:cxnChg>
      </pc:sldChg>
      <pc:sldChg chg="new del">
        <pc:chgData name="Vishal shakyavanshi" userId="b1d5ed2b6c30e88b" providerId="LiveId" clId="{50FC4353-05F8-4FB3-A348-E16DBFEEF5E4}" dt="2026-10-03T05:26:59.739" v="2295" actId="680"/>
        <pc:sldMkLst>
          <pc:docMk/>
          <pc:sldMk cId="3624410077" sldId="296"/>
        </pc:sldMkLst>
      </pc:sldChg>
      <pc:sldChg chg="addSp modSp new mod">
        <pc:chgData name="Vishal shakyavanshi" userId="b1d5ed2b6c30e88b" providerId="LiveId" clId="{50FC4353-05F8-4FB3-A348-E16DBFEEF5E4}" dt="2026-10-03T05:54:30.960" v="2390" actId="1076"/>
        <pc:sldMkLst>
          <pc:docMk/>
          <pc:sldMk cId="1120343389" sldId="297"/>
        </pc:sldMkLst>
        <pc:spChg chg="add mod">
          <ac:chgData name="Vishal shakyavanshi" userId="b1d5ed2b6c30e88b" providerId="LiveId" clId="{50FC4353-05F8-4FB3-A348-E16DBFEEF5E4}" dt="2026-10-03T05:53:35.326" v="2375" actId="1076"/>
          <ac:spMkLst>
            <pc:docMk/>
            <pc:sldMk cId="1120343389" sldId="297"/>
            <ac:spMk id="2" creationId="{2CF763AB-C773-430E-8739-F455237D9970}"/>
          </ac:spMkLst>
        </pc:spChg>
        <pc:spChg chg="add mod">
          <ac:chgData name="Vishal shakyavanshi" userId="b1d5ed2b6c30e88b" providerId="LiveId" clId="{50FC4353-05F8-4FB3-A348-E16DBFEEF5E4}" dt="2026-10-03T05:54:03.487" v="2382" actId="1076"/>
          <ac:spMkLst>
            <pc:docMk/>
            <pc:sldMk cId="1120343389" sldId="297"/>
            <ac:spMk id="4" creationId="{D86EFAE1-7594-426B-AAFE-F006E762B9D4}"/>
          </ac:spMkLst>
        </pc:spChg>
        <pc:spChg chg="add mod">
          <ac:chgData name="Vishal shakyavanshi" userId="b1d5ed2b6c30e88b" providerId="LiveId" clId="{50FC4353-05F8-4FB3-A348-E16DBFEEF5E4}" dt="2026-10-03T05:54:13.995" v="2388" actId="1076"/>
          <ac:spMkLst>
            <pc:docMk/>
            <pc:sldMk cId="1120343389" sldId="297"/>
            <ac:spMk id="5" creationId="{3CC35244-6C98-40E9-AFF3-9D358E8C96D8}"/>
          </ac:spMkLst>
        </pc:spChg>
        <pc:spChg chg="add mod">
          <ac:chgData name="Vishal shakyavanshi" userId="b1d5ed2b6c30e88b" providerId="LiveId" clId="{50FC4353-05F8-4FB3-A348-E16DBFEEF5E4}" dt="2026-10-03T05:54:30.960" v="2390" actId="1076"/>
          <ac:spMkLst>
            <pc:docMk/>
            <pc:sldMk cId="1120343389" sldId="297"/>
            <ac:spMk id="6" creationId="{398913CA-2E76-4B3D-9F58-3A64DA355CAA}"/>
          </ac:spMkLst>
        </pc:spChg>
      </pc:sldChg>
      <pc:sldChg chg="addSp delSp modSp new mod">
        <pc:chgData name="Vishal shakyavanshi" userId="b1d5ed2b6c30e88b" providerId="LiveId" clId="{50FC4353-05F8-4FB3-A348-E16DBFEEF5E4}" dt="2026-10-03T05:58:50.981" v="2434" actId="1076"/>
        <pc:sldMkLst>
          <pc:docMk/>
          <pc:sldMk cId="3171889717" sldId="298"/>
        </pc:sldMkLst>
        <pc:spChg chg="add mod">
          <ac:chgData name="Vishal shakyavanshi" userId="b1d5ed2b6c30e88b" providerId="LiveId" clId="{50FC4353-05F8-4FB3-A348-E16DBFEEF5E4}" dt="2026-10-03T05:58:08.493" v="2430" actId="403"/>
          <ac:spMkLst>
            <pc:docMk/>
            <pc:sldMk cId="3171889717" sldId="298"/>
            <ac:spMk id="3" creationId="{AD9372CE-0749-41F3-821E-8A3F53BFB611}"/>
          </ac:spMkLst>
        </pc:spChg>
        <pc:spChg chg="add del mod">
          <ac:chgData name="Vishal shakyavanshi" userId="b1d5ed2b6c30e88b" providerId="LiveId" clId="{50FC4353-05F8-4FB3-A348-E16DBFEEF5E4}" dt="2026-10-03T05:55:52.943" v="2407" actId="767"/>
          <ac:spMkLst>
            <pc:docMk/>
            <pc:sldMk cId="3171889717" sldId="298"/>
            <ac:spMk id="4" creationId="{B3F8AB1E-2A46-4613-BA4C-40A36605392D}"/>
          </ac:spMkLst>
        </pc:spChg>
        <pc:spChg chg="add del mod">
          <ac:chgData name="Vishal shakyavanshi" userId="b1d5ed2b6c30e88b" providerId="LiveId" clId="{50FC4353-05F8-4FB3-A348-E16DBFEEF5E4}" dt="2026-10-03T05:56:11.133" v="2411" actId="767"/>
          <ac:spMkLst>
            <pc:docMk/>
            <pc:sldMk cId="3171889717" sldId="298"/>
            <ac:spMk id="5" creationId="{B5902946-0776-40B3-AC46-F67C44B6BC08}"/>
          </ac:spMkLst>
        </pc:spChg>
        <pc:spChg chg="add mod">
          <ac:chgData name="Vishal shakyavanshi" userId="b1d5ed2b6c30e88b" providerId="LiveId" clId="{50FC4353-05F8-4FB3-A348-E16DBFEEF5E4}" dt="2026-10-03T05:56:37.949" v="2414" actId="1076"/>
          <ac:spMkLst>
            <pc:docMk/>
            <pc:sldMk cId="3171889717" sldId="298"/>
            <ac:spMk id="6" creationId="{38F1FBF3-6E3C-4948-8E99-0AC1BEB83AB5}"/>
          </ac:spMkLst>
        </pc:spChg>
        <pc:spChg chg="add mod">
          <ac:chgData name="Vishal shakyavanshi" userId="b1d5ed2b6c30e88b" providerId="LiveId" clId="{50FC4353-05F8-4FB3-A348-E16DBFEEF5E4}" dt="2026-10-03T05:58:43.392" v="2433" actId="1076"/>
          <ac:spMkLst>
            <pc:docMk/>
            <pc:sldMk cId="3171889717" sldId="298"/>
            <ac:spMk id="8" creationId="{9E165A5B-2891-4645-A650-C250122C296F}"/>
          </ac:spMkLst>
        </pc:spChg>
        <pc:spChg chg="add mod">
          <ac:chgData name="Vishal shakyavanshi" userId="b1d5ed2b6c30e88b" providerId="LiveId" clId="{50FC4353-05F8-4FB3-A348-E16DBFEEF5E4}" dt="2026-10-03T05:58:50.981" v="2434" actId="1076"/>
          <ac:spMkLst>
            <pc:docMk/>
            <pc:sldMk cId="3171889717" sldId="298"/>
            <ac:spMk id="9" creationId="{799E408E-4FA6-4558-B5E3-F723E24E692E}"/>
          </ac:spMkLst>
        </pc:spChg>
      </pc:sldChg>
      <pc:sldChg chg="addSp delSp modSp new mod">
        <pc:chgData name="Vishal shakyavanshi" userId="b1d5ed2b6c30e88b" providerId="LiveId" clId="{50FC4353-05F8-4FB3-A348-E16DBFEEF5E4}" dt="2026-10-03T06:28:23.688" v="2491" actId="20577"/>
        <pc:sldMkLst>
          <pc:docMk/>
          <pc:sldMk cId="3277402827" sldId="299"/>
        </pc:sldMkLst>
        <pc:spChg chg="add del">
          <ac:chgData name="Vishal shakyavanshi" userId="b1d5ed2b6c30e88b" providerId="LiveId" clId="{50FC4353-05F8-4FB3-A348-E16DBFEEF5E4}" dt="2026-10-03T06:24:14.680" v="2451" actId="22"/>
          <ac:spMkLst>
            <pc:docMk/>
            <pc:sldMk cId="3277402827" sldId="299"/>
            <ac:spMk id="5" creationId="{8B858788-DC3D-4334-B9A0-EA4D2E329C5C}"/>
          </ac:spMkLst>
        </pc:spChg>
        <pc:spChg chg="add mod">
          <ac:chgData name="Vishal shakyavanshi" userId="b1d5ed2b6c30e88b" providerId="LiveId" clId="{50FC4353-05F8-4FB3-A348-E16DBFEEF5E4}" dt="2026-10-03T06:25:47.738" v="2464" actId="1076"/>
          <ac:spMkLst>
            <pc:docMk/>
            <pc:sldMk cId="3277402827" sldId="299"/>
            <ac:spMk id="7" creationId="{397A0B02-0020-4087-9BCB-F2635300D028}"/>
          </ac:spMkLst>
        </pc:spChg>
        <pc:spChg chg="add mod">
          <ac:chgData name="Vishal shakyavanshi" userId="b1d5ed2b6c30e88b" providerId="LiveId" clId="{50FC4353-05F8-4FB3-A348-E16DBFEEF5E4}" dt="2026-10-03T06:25:46.796" v="2463" actId="1076"/>
          <ac:spMkLst>
            <pc:docMk/>
            <pc:sldMk cId="3277402827" sldId="299"/>
            <ac:spMk id="8" creationId="{7FC2BA2B-7607-4060-92EF-D9AA69EA1302}"/>
          </ac:spMkLst>
        </pc:spChg>
        <pc:spChg chg="add mod">
          <ac:chgData name="Vishal shakyavanshi" userId="b1d5ed2b6c30e88b" providerId="LiveId" clId="{50FC4353-05F8-4FB3-A348-E16DBFEEF5E4}" dt="2026-10-03T06:28:23.688" v="2491" actId="20577"/>
          <ac:spMkLst>
            <pc:docMk/>
            <pc:sldMk cId="3277402827" sldId="299"/>
            <ac:spMk id="10" creationId="{931D4576-653A-42B7-BF74-B7BD07BB6832}"/>
          </ac:spMkLst>
        </pc:spChg>
        <pc:spChg chg="add mod">
          <ac:chgData name="Vishal shakyavanshi" userId="b1d5ed2b6c30e88b" providerId="LiveId" clId="{50FC4353-05F8-4FB3-A348-E16DBFEEF5E4}" dt="2026-10-03T06:28:02.937" v="2489" actId="1076"/>
          <ac:spMkLst>
            <pc:docMk/>
            <pc:sldMk cId="3277402827" sldId="299"/>
            <ac:spMk id="12" creationId="{3ABF1FA2-68F0-4B0C-98DA-0EE87A7DB4C9}"/>
          </ac:spMkLst>
        </pc:spChg>
        <pc:picChg chg="add mod">
          <ac:chgData name="Vishal shakyavanshi" userId="b1d5ed2b6c30e88b" providerId="LiveId" clId="{50FC4353-05F8-4FB3-A348-E16DBFEEF5E4}" dt="2026-10-03T06:23:44.558" v="2449" actId="1076"/>
          <ac:picMkLst>
            <pc:docMk/>
            <pc:sldMk cId="3277402827" sldId="299"/>
            <ac:picMk id="3" creationId="{89854380-FD70-4D3D-887E-B4F4BC9ED7AB}"/>
          </ac:picMkLst>
        </pc:picChg>
      </pc:sldChg>
      <pc:sldChg chg="addSp modSp new mod">
        <pc:chgData name="Vishal shakyavanshi" userId="b1d5ed2b6c30e88b" providerId="LiveId" clId="{50FC4353-05F8-4FB3-A348-E16DBFEEF5E4}" dt="2026-10-03T06:30:41.105" v="2517" actId="1076"/>
        <pc:sldMkLst>
          <pc:docMk/>
          <pc:sldMk cId="643471631" sldId="300"/>
        </pc:sldMkLst>
        <pc:spChg chg="add mod">
          <ac:chgData name="Vishal shakyavanshi" userId="b1d5ed2b6c30e88b" providerId="LiveId" clId="{50FC4353-05F8-4FB3-A348-E16DBFEEF5E4}" dt="2026-10-03T06:30:41.105" v="2517" actId="1076"/>
          <ac:spMkLst>
            <pc:docMk/>
            <pc:sldMk cId="643471631" sldId="300"/>
            <ac:spMk id="3" creationId="{073C0550-DC4A-4965-AE28-DF92FEB8A14D}"/>
          </ac:spMkLst>
        </pc:spChg>
        <pc:spChg chg="add mod">
          <ac:chgData name="Vishal shakyavanshi" userId="b1d5ed2b6c30e88b" providerId="LiveId" clId="{50FC4353-05F8-4FB3-A348-E16DBFEEF5E4}" dt="2026-10-03T06:30:36.524" v="2516" actId="14100"/>
          <ac:spMkLst>
            <pc:docMk/>
            <pc:sldMk cId="643471631" sldId="300"/>
            <ac:spMk id="7" creationId="{38E806BC-9F62-4483-BB6D-1260D850BCC7}"/>
          </ac:spMkLst>
        </pc:spChg>
        <pc:picChg chg="add mod">
          <ac:chgData name="Vishal shakyavanshi" userId="b1d5ed2b6c30e88b" providerId="LiveId" clId="{50FC4353-05F8-4FB3-A348-E16DBFEEF5E4}" dt="2026-10-03T06:29:55.476" v="2507" actId="1076"/>
          <ac:picMkLst>
            <pc:docMk/>
            <pc:sldMk cId="643471631" sldId="300"/>
            <ac:picMk id="5" creationId="{44A49B10-69B1-4744-BC0D-3262F0969F9A}"/>
          </ac:picMkLst>
        </pc:picChg>
      </pc:sldChg>
      <pc:sldChg chg="addSp delSp modSp new mod">
        <pc:chgData name="Vishal shakyavanshi" userId="b1d5ed2b6c30e88b" providerId="LiveId" clId="{50FC4353-05F8-4FB3-A348-E16DBFEEF5E4}" dt="2026-10-03T06:33:08.603" v="2541" actId="1076"/>
        <pc:sldMkLst>
          <pc:docMk/>
          <pc:sldMk cId="840842061" sldId="301"/>
        </pc:sldMkLst>
        <pc:spChg chg="add mod">
          <ac:chgData name="Vishal shakyavanshi" userId="b1d5ed2b6c30e88b" providerId="LiveId" clId="{50FC4353-05F8-4FB3-A348-E16DBFEEF5E4}" dt="2026-10-03T06:33:08.603" v="2541" actId="1076"/>
          <ac:spMkLst>
            <pc:docMk/>
            <pc:sldMk cId="840842061" sldId="301"/>
            <ac:spMk id="7" creationId="{D0261EC4-11AD-4632-B2A4-0DDC16CE7E54}"/>
          </ac:spMkLst>
        </pc:spChg>
        <pc:spChg chg="add mod">
          <ac:chgData name="Vishal shakyavanshi" userId="b1d5ed2b6c30e88b" providerId="LiveId" clId="{50FC4353-05F8-4FB3-A348-E16DBFEEF5E4}" dt="2026-10-03T06:33:03.212" v="2539" actId="14100"/>
          <ac:spMkLst>
            <pc:docMk/>
            <pc:sldMk cId="840842061" sldId="301"/>
            <ac:spMk id="9" creationId="{D2F41DBD-839B-4AE0-BA18-58131356AA03}"/>
          </ac:spMkLst>
        </pc:spChg>
        <pc:picChg chg="add del mod">
          <ac:chgData name="Vishal shakyavanshi" userId="b1d5ed2b6c30e88b" providerId="LiveId" clId="{50FC4353-05F8-4FB3-A348-E16DBFEEF5E4}" dt="2026-10-03T06:31:20.295" v="2519" actId="931"/>
          <ac:picMkLst>
            <pc:docMk/>
            <pc:sldMk cId="840842061" sldId="301"/>
            <ac:picMk id="3" creationId="{863851AB-177E-4E76-8005-FC488BBF2D27}"/>
          </ac:picMkLst>
        </pc:picChg>
        <pc:picChg chg="add mod">
          <ac:chgData name="Vishal shakyavanshi" userId="b1d5ed2b6c30e88b" providerId="LiveId" clId="{50FC4353-05F8-4FB3-A348-E16DBFEEF5E4}" dt="2026-10-03T06:31:44.358" v="2524" actId="1076"/>
          <ac:picMkLst>
            <pc:docMk/>
            <pc:sldMk cId="840842061" sldId="301"/>
            <ac:picMk id="5" creationId="{D1776063-F417-4AB4-8DAC-D8A654FD11C8}"/>
          </ac:picMkLst>
        </pc:picChg>
      </pc:sldChg>
      <pc:sldChg chg="addSp modSp new mod">
        <pc:chgData name="Vishal shakyavanshi" userId="b1d5ed2b6c30e88b" providerId="LiveId" clId="{50FC4353-05F8-4FB3-A348-E16DBFEEF5E4}" dt="2026-10-03T06:35:22.009" v="2564" actId="1076"/>
        <pc:sldMkLst>
          <pc:docMk/>
          <pc:sldMk cId="4190441993" sldId="302"/>
        </pc:sldMkLst>
        <pc:spChg chg="add mod">
          <ac:chgData name="Vishal shakyavanshi" userId="b1d5ed2b6c30e88b" providerId="LiveId" clId="{50FC4353-05F8-4FB3-A348-E16DBFEEF5E4}" dt="2026-10-03T06:35:22.009" v="2564" actId="1076"/>
          <ac:spMkLst>
            <pc:docMk/>
            <pc:sldMk cId="4190441993" sldId="302"/>
            <ac:spMk id="5" creationId="{669E166F-2D10-49DD-BFF3-AB01D3951D67}"/>
          </ac:spMkLst>
        </pc:spChg>
        <pc:spChg chg="add mod">
          <ac:chgData name="Vishal shakyavanshi" userId="b1d5ed2b6c30e88b" providerId="LiveId" clId="{50FC4353-05F8-4FB3-A348-E16DBFEEF5E4}" dt="2026-10-03T06:35:20.626" v="2563" actId="1076"/>
          <ac:spMkLst>
            <pc:docMk/>
            <pc:sldMk cId="4190441993" sldId="302"/>
            <ac:spMk id="7" creationId="{FFC900FC-4678-4F92-A613-EE72CCF3FC7E}"/>
          </ac:spMkLst>
        </pc:spChg>
        <pc:picChg chg="add mod">
          <ac:chgData name="Vishal shakyavanshi" userId="b1d5ed2b6c30e88b" providerId="LiveId" clId="{50FC4353-05F8-4FB3-A348-E16DBFEEF5E4}" dt="2026-10-03T06:34:10.690" v="2547" actId="14100"/>
          <ac:picMkLst>
            <pc:docMk/>
            <pc:sldMk cId="4190441993" sldId="302"/>
            <ac:picMk id="3" creationId="{A244E306-198F-41D5-8F35-F073D82B2C49}"/>
          </ac:picMkLst>
        </pc:picChg>
      </pc:sldChg>
      <pc:sldChg chg="addSp modSp new mod">
        <pc:chgData name="Vishal shakyavanshi" userId="b1d5ed2b6c30e88b" providerId="LiveId" clId="{50FC4353-05F8-4FB3-A348-E16DBFEEF5E4}" dt="2026-10-03T06:38:06.357" v="2591" actId="1076"/>
        <pc:sldMkLst>
          <pc:docMk/>
          <pc:sldMk cId="2111800191" sldId="303"/>
        </pc:sldMkLst>
        <pc:spChg chg="add mod">
          <ac:chgData name="Vishal shakyavanshi" userId="b1d5ed2b6c30e88b" providerId="LiveId" clId="{50FC4353-05F8-4FB3-A348-E16DBFEEF5E4}" dt="2026-10-03T06:38:06.357" v="2591" actId="1076"/>
          <ac:spMkLst>
            <pc:docMk/>
            <pc:sldMk cId="2111800191" sldId="303"/>
            <ac:spMk id="5" creationId="{91BF5053-A642-4BA5-ABCF-39EE8826B169}"/>
          </ac:spMkLst>
        </pc:spChg>
        <pc:spChg chg="add mod">
          <ac:chgData name="Vishal shakyavanshi" userId="b1d5ed2b6c30e88b" providerId="LiveId" clId="{50FC4353-05F8-4FB3-A348-E16DBFEEF5E4}" dt="2026-10-03T06:37:58.024" v="2590" actId="404"/>
          <ac:spMkLst>
            <pc:docMk/>
            <pc:sldMk cId="2111800191" sldId="303"/>
            <ac:spMk id="7" creationId="{5760C0A0-9D4E-4381-8F1B-A6A2CB0BFAFE}"/>
          </ac:spMkLst>
        </pc:spChg>
        <pc:picChg chg="add mod">
          <ac:chgData name="Vishal shakyavanshi" userId="b1d5ed2b6c30e88b" providerId="LiveId" clId="{50FC4353-05F8-4FB3-A348-E16DBFEEF5E4}" dt="2026-10-03T06:36:13.652" v="2570" actId="14100"/>
          <ac:picMkLst>
            <pc:docMk/>
            <pc:sldMk cId="2111800191" sldId="303"/>
            <ac:picMk id="3" creationId="{88856DFC-F7B9-46D6-AB2A-DEC9B4A5A5A6}"/>
          </ac:picMkLst>
        </pc:picChg>
      </pc:sldChg>
      <pc:sldChg chg="addSp modSp new mod">
        <pc:chgData name="Vishal shakyavanshi" userId="b1d5ed2b6c30e88b" providerId="LiveId" clId="{50FC4353-05F8-4FB3-A348-E16DBFEEF5E4}" dt="2026-10-03T06:40:13.270" v="2613" actId="1076"/>
        <pc:sldMkLst>
          <pc:docMk/>
          <pc:sldMk cId="2955066902" sldId="304"/>
        </pc:sldMkLst>
        <pc:spChg chg="add mod">
          <ac:chgData name="Vishal shakyavanshi" userId="b1d5ed2b6c30e88b" providerId="LiveId" clId="{50FC4353-05F8-4FB3-A348-E16DBFEEF5E4}" dt="2026-10-03T06:40:13.270" v="2613" actId="1076"/>
          <ac:spMkLst>
            <pc:docMk/>
            <pc:sldMk cId="2955066902" sldId="304"/>
            <ac:spMk id="5" creationId="{36D15D74-27D8-43E7-BE4F-27316EC47028}"/>
          </ac:spMkLst>
        </pc:spChg>
        <pc:spChg chg="add mod">
          <ac:chgData name="Vishal shakyavanshi" userId="b1d5ed2b6c30e88b" providerId="LiveId" clId="{50FC4353-05F8-4FB3-A348-E16DBFEEF5E4}" dt="2026-10-03T06:40:06.419" v="2612" actId="14100"/>
          <ac:spMkLst>
            <pc:docMk/>
            <pc:sldMk cId="2955066902" sldId="304"/>
            <ac:spMk id="7" creationId="{87E5F045-450E-4A88-931B-63459E29DD00}"/>
          </ac:spMkLst>
        </pc:spChg>
        <pc:picChg chg="add mod">
          <ac:chgData name="Vishal shakyavanshi" userId="b1d5ed2b6c30e88b" providerId="LiveId" clId="{50FC4353-05F8-4FB3-A348-E16DBFEEF5E4}" dt="2026-10-03T06:38:38.904" v="2596" actId="1076"/>
          <ac:picMkLst>
            <pc:docMk/>
            <pc:sldMk cId="2955066902" sldId="304"/>
            <ac:picMk id="3" creationId="{D84BBABE-89D0-4A47-9674-4221DC1958DF}"/>
          </ac:picMkLst>
        </pc:picChg>
      </pc:sldChg>
      <pc:sldChg chg="addSp modSp new mod">
        <pc:chgData name="Vishal shakyavanshi" userId="b1d5ed2b6c30e88b" providerId="LiveId" clId="{50FC4353-05F8-4FB3-A348-E16DBFEEF5E4}" dt="2026-10-03T06:46:06.090" v="2654" actId="20577"/>
        <pc:sldMkLst>
          <pc:docMk/>
          <pc:sldMk cId="198409787" sldId="305"/>
        </pc:sldMkLst>
        <pc:spChg chg="add mod">
          <ac:chgData name="Vishal shakyavanshi" userId="b1d5ed2b6c30e88b" providerId="LiveId" clId="{50FC4353-05F8-4FB3-A348-E16DBFEEF5E4}" dt="2026-10-03T06:45:17.793" v="2648" actId="1076"/>
          <ac:spMkLst>
            <pc:docMk/>
            <pc:sldMk cId="198409787" sldId="305"/>
            <ac:spMk id="5" creationId="{41C47C83-1FAE-4668-B900-FD589BACEF42}"/>
          </ac:spMkLst>
        </pc:spChg>
        <pc:spChg chg="add mod">
          <ac:chgData name="Vishal shakyavanshi" userId="b1d5ed2b6c30e88b" providerId="LiveId" clId="{50FC4353-05F8-4FB3-A348-E16DBFEEF5E4}" dt="2026-10-03T06:46:06.090" v="2654" actId="20577"/>
          <ac:spMkLst>
            <pc:docMk/>
            <pc:sldMk cId="198409787" sldId="305"/>
            <ac:spMk id="7" creationId="{4509E992-8708-4E63-AC54-0AD08ABAA2CF}"/>
          </ac:spMkLst>
        </pc:spChg>
        <pc:picChg chg="add mod">
          <ac:chgData name="Vishal shakyavanshi" userId="b1d5ed2b6c30e88b" providerId="LiveId" clId="{50FC4353-05F8-4FB3-A348-E16DBFEEF5E4}" dt="2026-10-03T06:45:40.102" v="2653" actId="14100"/>
          <ac:picMkLst>
            <pc:docMk/>
            <pc:sldMk cId="198409787" sldId="305"/>
            <ac:picMk id="3" creationId="{0329CDD8-F873-4AC7-B0B1-4786FB41D4C5}"/>
          </ac:picMkLst>
        </pc:picChg>
      </pc:sldChg>
      <pc:sldChg chg="addSp delSp modSp new mod">
        <pc:chgData name="Vishal shakyavanshi" userId="b1d5ed2b6c30e88b" providerId="LiveId" clId="{50FC4353-05F8-4FB3-A348-E16DBFEEF5E4}" dt="2026-10-03T06:47:28.520" v="2669" actId="14100"/>
        <pc:sldMkLst>
          <pc:docMk/>
          <pc:sldMk cId="2063863391" sldId="306"/>
        </pc:sldMkLst>
        <pc:spChg chg="add mod">
          <ac:chgData name="Vishal shakyavanshi" userId="b1d5ed2b6c30e88b" providerId="LiveId" clId="{50FC4353-05F8-4FB3-A348-E16DBFEEF5E4}" dt="2026-10-03T06:46:23.825" v="2659" actId="1076"/>
          <ac:spMkLst>
            <pc:docMk/>
            <pc:sldMk cId="2063863391" sldId="306"/>
            <ac:spMk id="3" creationId="{58EE2D79-850E-497C-98A4-5B3CF69B4669}"/>
          </ac:spMkLst>
        </pc:spChg>
        <pc:spChg chg="add del mod">
          <ac:chgData name="Vishal shakyavanshi" userId="b1d5ed2b6c30e88b" providerId="LiveId" clId="{50FC4353-05F8-4FB3-A348-E16DBFEEF5E4}" dt="2026-10-03T06:46:48.601" v="2663"/>
          <ac:spMkLst>
            <pc:docMk/>
            <pc:sldMk cId="2063863391" sldId="306"/>
            <ac:spMk id="4" creationId="{0D9FE8F4-5967-4C97-A80D-DC097367CAF8}"/>
          </ac:spMkLst>
        </pc:spChg>
        <pc:spChg chg="add mod">
          <ac:chgData name="Vishal shakyavanshi" userId="b1d5ed2b6c30e88b" providerId="LiveId" clId="{50FC4353-05F8-4FB3-A348-E16DBFEEF5E4}" dt="2026-10-03T06:47:28.520" v="2669" actId="14100"/>
          <ac:spMkLst>
            <pc:docMk/>
            <pc:sldMk cId="2063863391" sldId="306"/>
            <ac:spMk id="6" creationId="{687DC475-4350-49EC-ACB2-DF1417D4BCD9}"/>
          </ac:spMkLst>
        </pc:spChg>
      </pc:sldChg>
      <pc:sldChg chg="new del">
        <pc:chgData name="Vishal shakyavanshi" userId="b1d5ed2b6c30e88b" providerId="LiveId" clId="{50FC4353-05F8-4FB3-A348-E16DBFEEF5E4}" dt="2026-10-03T06:29:04.240" v="2501" actId="680"/>
        <pc:sldMkLst>
          <pc:docMk/>
          <pc:sldMk cId="2077840072"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5645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301286039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18342582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252679753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FE350B-2042-45DC-8BB2-B6D9BD63130B}" type="datetimeFigureOut">
              <a:rPr lang="en-US" smtClean="0"/>
              <a:t>10/03/2026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179928890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FE350B-2042-45DC-8BB2-B6D9BD63130B}" type="datetimeFigureOut">
              <a:rPr lang="en-US" smtClean="0"/>
              <a:t>10/03/2026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284541214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FE350B-2042-45DC-8BB2-B6D9BD63130B}" type="datetimeFigureOut">
              <a:rPr lang="en-US" smtClean="0"/>
              <a:t>10/03/2026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107070153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FE350B-2042-45DC-8BB2-B6D9BD63130B}" type="datetimeFigureOut">
              <a:rPr lang="en-US" smtClean="0"/>
              <a:t>10/03/2026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416406837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CFE350B-2042-45DC-8BB2-B6D9BD63130B}" type="datetimeFigureOut">
              <a:rPr lang="en-US" smtClean="0"/>
              <a:t>10/03/2026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222049425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CFE350B-2042-45DC-8BB2-B6D9BD63130B}" type="datetimeFigureOut">
              <a:rPr lang="en-US" smtClean="0"/>
              <a:t>10/03/2026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17252816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396986312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293677892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67606345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1365243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301504819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145032893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FE350B-2042-45DC-8BB2-B6D9BD63130B}" type="datetimeFigureOut">
              <a:rPr lang="en-US" smtClean="0"/>
              <a:t>10/03/2026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2A465-1DBB-4086-87D4-E56125839451}" type="slidenum">
              <a:rPr lang="en-US" smtClean="0"/>
              <a:t>‹#›</a:t>
            </a:fld>
            <a:endParaRPr lang="en-US"/>
          </a:p>
        </p:txBody>
      </p:sp>
    </p:spTree>
    <p:extLst>
      <p:ext uri="{BB962C8B-B14F-4D97-AF65-F5344CB8AC3E}">
        <p14:creationId xmlns:p14="http://schemas.microsoft.com/office/powerpoint/2010/main" val="93540988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912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2CFE350B-2042-45DC-8BB2-B6D9BD63130B}" type="datetimeFigureOut">
              <a:rPr lang="en-US" smtClean="0"/>
              <a:t>10/03/2026</a:t>
            </a:fld>
            <a:endParaRPr lang="en-US"/>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90E2A465-1DBB-4086-87D4-E56125839451}" type="slidenum">
              <a:rPr lang="en-US" smtClean="0"/>
              <a:t>‹#›</a:t>
            </a:fld>
            <a:endParaRPr lang="en-US"/>
          </a:p>
        </p:txBody>
      </p:sp>
    </p:spTree>
    <p:extLst>
      <p:ext uri="{BB962C8B-B14F-4D97-AF65-F5344CB8AC3E}">
        <p14:creationId xmlns:p14="http://schemas.microsoft.com/office/powerpoint/2010/main" val="3753206558"/>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 id="2147483891"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88527" y="254338"/>
            <a:ext cx="208280" cy="4749123"/>
          </a:xfrm>
          <a:prstGeom prst="rect">
            <a:avLst/>
          </a:prstGeom>
          <a:solidFill>
            <a:srgbClr val="0D9DA4"/>
          </a:solidFill>
          <a:ln w="12700">
            <a:solidFill>
              <a:srgbClr val="0D9DA4"/>
            </a:solidFill>
            <a:prstDash val="solid"/>
          </a:ln>
        </p:spPr>
        <p:txBody>
          <a:bodyPr/>
          <a:lstStyle/>
          <a:p>
            <a:endParaRPr lang="en-US" dirty="0"/>
          </a:p>
        </p:txBody>
      </p:sp>
      <p:sp>
        <p:nvSpPr>
          <p:cNvPr id="3" name="Text 1"/>
          <p:cNvSpPr/>
          <p:nvPr/>
        </p:nvSpPr>
        <p:spPr>
          <a:xfrm>
            <a:off x="973667" y="1051560"/>
            <a:ext cx="9724813" cy="1234440"/>
          </a:xfrm>
          <a:prstGeom prst="rect">
            <a:avLst/>
          </a:prstGeom>
          <a:noFill/>
          <a:ln/>
        </p:spPr>
        <p:txBody>
          <a:bodyPr wrap="square" rtlCol="0" anchor="ctr"/>
          <a:lstStyle/>
          <a:p>
            <a:pPr marL="0" indent="0">
              <a:buNone/>
            </a:pPr>
            <a:r>
              <a:rPr lang="en-US" sz="3400" b="1" dirty="0">
                <a:solidFill>
                  <a:srgbClr val="FFFFFF"/>
                </a:solidFill>
                <a:latin typeface="Arial" pitchFamily="34" charset="0"/>
                <a:ea typeface="Arial" pitchFamily="34" charset="-122"/>
                <a:cs typeface="Arial" pitchFamily="34" charset="-120"/>
              </a:rPr>
              <a:t>DATABASE MANAGEMENT SYSTEM</a:t>
            </a:r>
            <a:endParaRPr lang="en-US" sz="3400" dirty="0"/>
          </a:p>
        </p:txBody>
      </p:sp>
      <p:sp>
        <p:nvSpPr>
          <p:cNvPr id="4" name="Text 2"/>
          <p:cNvSpPr/>
          <p:nvPr/>
        </p:nvSpPr>
        <p:spPr>
          <a:xfrm>
            <a:off x="973667" y="2268558"/>
            <a:ext cx="8046720" cy="457200"/>
          </a:xfrm>
          <a:prstGeom prst="rect">
            <a:avLst/>
          </a:prstGeom>
          <a:noFill/>
          <a:ln/>
        </p:spPr>
        <p:txBody>
          <a:bodyPr wrap="square" rtlCol="0" anchor="ctr"/>
          <a:lstStyle/>
          <a:p>
            <a:pPr marL="0" indent="0">
              <a:buNone/>
            </a:pPr>
            <a:r>
              <a:rPr lang="en-US" sz="2200" b="1" dirty="0">
                <a:solidFill>
                  <a:srgbClr val="0D9DA4"/>
                </a:solidFill>
                <a:latin typeface="Calibri" pitchFamily="34" charset="0"/>
                <a:ea typeface="Calibri" pitchFamily="34" charset="-122"/>
                <a:cs typeface="Calibri" pitchFamily="34" charset="-120"/>
              </a:rPr>
              <a:t>DBMS Enterprise Web Portal</a:t>
            </a:r>
            <a:endParaRPr lang="en-US" sz="2200" dirty="0"/>
          </a:p>
        </p:txBody>
      </p:sp>
      <p:sp>
        <p:nvSpPr>
          <p:cNvPr id="5" name="Shape 3"/>
          <p:cNvSpPr/>
          <p:nvPr/>
        </p:nvSpPr>
        <p:spPr>
          <a:xfrm>
            <a:off x="1097280" y="2720343"/>
            <a:ext cx="7894321" cy="45719"/>
          </a:xfrm>
          <a:prstGeom prst="rect">
            <a:avLst/>
          </a:prstGeom>
          <a:solidFill>
            <a:srgbClr val="334155"/>
          </a:solidFill>
          <a:ln/>
        </p:spPr>
      </p:sp>
      <p:sp>
        <p:nvSpPr>
          <p:cNvPr id="6" name="Text 4"/>
          <p:cNvSpPr/>
          <p:nvPr/>
        </p:nvSpPr>
        <p:spPr>
          <a:xfrm>
            <a:off x="1097280" y="2286000"/>
            <a:ext cx="9220200" cy="1380744"/>
          </a:xfrm>
          <a:prstGeom prst="rect">
            <a:avLst/>
          </a:prstGeom>
          <a:noFill/>
          <a:ln/>
        </p:spPr>
        <p:txBody>
          <a:bodyPr wrap="square" rtlCol="0" anchor="ctr"/>
          <a:lstStyle/>
          <a:p>
            <a:pPr marL="0" indent="0">
              <a:lnSpc>
                <a:spcPts val="2200"/>
              </a:lnSpc>
              <a:buNone/>
            </a:pPr>
            <a:r>
              <a:rPr lang="en-US" sz="1400" dirty="0">
                <a:solidFill>
                  <a:srgbClr val="CBD5E1"/>
                </a:solidFill>
                <a:latin typeface="Calibri" pitchFamily="34" charset="0"/>
                <a:ea typeface="Calibri" pitchFamily="34" charset="-122"/>
                <a:cs typeface="Calibri" pitchFamily="34" charset="-120"/>
              </a:rPr>
              <a:t>Standard Operating Procedure (SOP) &amp; Proof of Concept (POC)</a:t>
            </a:r>
            <a:endParaRPr lang="en-US" sz="1400" dirty="0"/>
          </a:p>
          <a:p>
            <a:pPr marL="0" indent="0">
              <a:lnSpc>
                <a:spcPts val="2200"/>
              </a:lnSpc>
              <a:buNone/>
            </a:pPr>
            <a:r>
              <a:rPr lang="en-US" sz="1400" dirty="0">
                <a:solidFill>
                  <a:srgbClr val="CBD5E1"/>
                </a:solidFill>
                <a:latin typeface="Calibri" pitchFamily="34" charset="0"/>
                <a:ea typeface="Calibri" pitchFamily="34" charset="-122"/>
                <a:cs typeface="Calibri" pitchFamily="34" charset="-120"/>
              </a:rPr>
              <a:t>Application Architecture, End-to-End Workflow &amp; User Guide</a:t>
            </a:r>
            <a:endParaRPr lang="en-US" sz="1400" dirty="0"/>
          </a:p>
        </p:txBody>
      </p:sp>
      <p:sp>
        <p:nvSpPr>
          <p:cNvPr id="7" name="Shape 5"/>
          <p:cNvSpPr/>
          <p:nvPr/>
        </p:nvSpPr>
        <p:spPr>
          <a:xfrm>
            <a:off x="1097280" y="3479461"/>
            <a:ext cx="7772400" cy="1524000"/>
          </a:xfrm>
          <a:prstGeom prst="roundRect">
            <a:avLst/>
          </a:prstGeom>
          <a:solidFill>
            <a:srgbClr val="1E293B"/>
          </a:solidFill>
          <a:ln w="12700">
            <a:solidFill>
              <a:srgbClr val="334155"/>
            </a:solidFill>
            <a:prstDash val="solid"/>
          </a:ln>
        </p:spPr>
        <p:txBody>
          <a:bodyPr/>
          <a:lstStyle/>
          <a:p>
            <a:endParaRPr lang="en-US" dirty="0"/>
          </a:p>
        </p:txBody>
      </p:sp>
      <p:sp>
        <p:nvSpPr>
          <p:cNvPr id="8" name="Text 6"/>
          <p:cNvSpPr/>
          <p:nvPr/>
        </p:nvSpPr>
        <p:spPr>
          <a:xfrm>
            <a:off x="1097280" y="3391152"/>
            <a:ext cx="7114153" cy="2003808"/>
          </a:xfrm>
          <a:prstGeom prst="rect">
            <a:avLst/>
          </a:prstGeom>
          <a:noFill/>
          <a:ln/>
        </p:spPr>
        <p:txBody>
          <a:bodyPr wrap="square" rtlCol="0" anchor="ctr"/>
          <a:lstStyle/>
          <a:p>
            <a:pPr marL="0" indent="0">
              <a:lnSpc>
                <a:spcPts val="1800"/>
              </a:lnSpc>
              <a:buNone/>
            </a:pPr>
            <a:r>
              <a:rPr lang="en-US" sz="1100" dirty="0">
                <a:solidFill>
                  <a:srgbClr val="94A3B8"/>
                </a:solidFill>
                <a:latin typeface="Calibri" pitchFamily="34" charset="0"/>
                <a:ea typeface="Calibri" pitchFamily="34" charset="-122"/>
                <a:cs typeface="Calibri" pitchFamily="34" charset="-120"/>
              </a:rPr>
              <a:t>Multi-Engine Architecture: MySQL • PostgreSQL • MongoDB • Oracle Database</a:t>
            </a:r>
            <a:endParaRPr lang="en-US" sz="1100" dirty="0"/>
          </a:p>
          <a:p>
            <a:pPr marL="0" indent="0">
              <a:lnSpc>
                <a:spcPts val="1800"/>
              </a:lnSpc>
              <a:buNone/>
            </a:pPr>
            <a:r>
              <a:rPr lang="en-US" sz="1100" dirty="0">
                <a:solidFill>
                  <a:srgbClr val="94A3B8"/>
                </a:solidFill>
                <a:latin typeface="Calibri" pitchFamily="34" charset="0"/>
                <a:ea typeface="Calibri" pitchFamily="34" charset="-122"/>
                <a:cs typeface="Calibri" pitchFamily="34" charset="-120"/>
              </a:rPr>
              <a:t>Version 1.0 | April 2026 | Production Architecture</a:t>
            </a:r>
            <a:endParaRPr lang="en-US" sz="1100" dirty="0"/>
          </a:p>
          <a:p>
            <a:pPr marL="0" indent="0">
              <a:lnSpc>
                <a:spcPts val="1800"/>
              </a:lnSpc>
              <a:buNone/>
            </a:pPr>
            <a:r>
              <a:rPr lang="en-US" sz="1100" dirty="0">
                <a:solidFill>
                  <a:srgbClr val="94A3B8"/>
                </a:solidFill>
                <a:latin typeface="Calibri" pitchFamily="34" charset="0"/>
                <a:ea typeface="Calibri" pitchFamily="34" charset="-122"/>
                <a:cs typeface="Calibri" pitchFamily="34" charset="-120"/>
              </a:rPr>
              <a:t>Confidential — For Internal &amp; Authorized Stakeholders Only</a:t>
            </a:r>
            <a:endParaRPr lang="en-US" sz="1100" dirty="0"/>
          </a:p>
        </p:txBody>
      </p:sp>
      <p:pic>
        <p:nvPicPr>
          <p:cNvPr id="11" name="Picture 10">
            <a:extLst>
              <a:ext uri="{FF2B5EF4-FFF2-40B4-BE49-F238E27FC236}">
                <a16:creationId xmlns:a16="http://schemas.microsoft.com/office/drawing/2014/main" id="{DE42CAE8-485B-45A8-8AC6-8672692E5806}"/>
              </a:ext>
            </a:extLst>
          </p:cNvPr>
          <p:cNvPicPr>
            <a:picLocks noChangeAspect="1"/>
          </p:cNvPicPr>
          <p:nvPr/>
        </p:nvPicPr>
        <p:blipFill>
          <a:blip r:embed="rId3"/>
          <a:stretch>
            <a:fillRect/>
          </a:stretch>
        </p:blipFill>
        <p:spPr>
          <a:xfrm>
            <a:off x="1097280" y="256690"/>
            <a:ext cx="2370666" cy="7948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20040"/>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416727" y="520638"/>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Table of Contents</a:t>
            </a:r>
            <a:endParaRPr lang="en-US" sz="2200" dirty="0"/>
          </a:p>
        </p:txBody>
      </p:sp>
      <p:sp>
        <p:nvSpPr>
          <p:cNvPr id="4" name="Shape 2"/>
          <p:cNvSpPr/>
          <p:nvPr/>
        </p:nvSpPr>
        <p:spPr>
          <a:xfrm>
            <a:off x="521657" y="1143000"/>
            <a:ext cx="2393929" cy="45720"/>
          </a:xfrm>
          <a:prstGeom prst="rect">
            <a:avLst/>
          </a:prstGeom>
          <a:solidFill>
            <a:srgbClr val="0D9DA4"/>
          </a:solidFill>
          <a:ln w="12700">
            <a:solidFill>
              <a:srgbClr val="0D9DA4"/>
            </a:solidFill>
            <a:prstDash val="solid"/>
          </a:ln>
        </p:spPr>
      </p:sp>
      <p:sp>
        <p:nvSpPr>
          <p:cNvPr id="6" name="Text 4"/>
          <p:cNvSpPr/>
          <p:nvPr/>
        </p:nvSpPr>
        <p:spPr>
          <a:xfrm>
            <a:off x="416727" y="481558"/>
            <a:ext cx="7093345" cy="4824959"/>
          </a:xfrm>
          <a:prstGeom prst="rect">
            <a:avLst/>
          </a:prstGeom>
          <a:noFill/>
          <a:ln/>
        </p:spPr>
        <p:txBody>
          <a:bodyPr wrap="square" rtlCol="0" anchor="ctr"/>
          <a:lstStyle/>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1. Application Overview (Purpose, Features, Tech Stack, Roles)</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2. System Architecture &amp; Access Points</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3. Admin Portal — Complete Management Flow</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3.1 Admin Authentication &amp; Dashboard Overview</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3.2 Connection Lifecycle &amp; Multi-Engine Provisioning</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3.3 Schema &amp; Database Objects Explorer (Tables, Views, SPs)</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3.4 Real-Time Binlog Audit &amp; CDC (Change Data Capture)</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3.5 Live Server Telemetry &amp; Health Monitoring</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3.6 Automated Slow Query Profiler (&gt;100ms Tuning)</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3.7 Logical Database Backups &amp; Restore Engine</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3.8 User Role &amp; Fine-Grained Permission Matrix</a:t>
            </a:r>
            <a:endParaRPr lang="en-US" sz="1400" dirty="0"/>
          </a:p>
        </p:txBody>
      </p:sp>
      <p:sp>
        <p:nvSpPr>
          <p:cNvPr id="8" name="Text 6"/>
          <p:cNvSpPr/>
          <p:nvPr/>
        </p:nvSpPr>
        <p:spPr>
          <a:xfrm>
            <a:off x="6248400" y="1466003"/>
            <a:ext cx="4754880" cy="4206240"/>
          </a:xfrm>
          <a:prstGeom prst="rect">
            <a:avLst/>
          </a:prstGeom>
          <a:noFill/>
          <a:ln/>
        </p:spPr>
        <p:txBody>
          <a:bodyPr wrap="square" rtlCol="0" anchor="ctr"/>
          <a:lstStyle/>
          <a:p>
            <a:pPr marL="0" indent="0">
              <a:lnSpc>
                <a:spcPts val="1800"/>
              </a:lnSpc>
              <a:buNone/>
            </a:pPr>
            <a:endParaRPr lang="en-US" sz="1050" dirty="0"/>
          </a:p>
        </p:txBody>
      </p:sp>
      <p:sp>
        <p:nvSpPr>
          <p:cNvPr id="9" name="Text 7"/>
          <p:cNvSpPr/>
          <p:nvPr/>
        </p:nvSpPr>
        <p:spPr>
          <a:xfrm>
            <a:off x="731520" y="6400800"/>
            <a:ext cx="10515600" cy="274320"/>
          </a:xfrm>
          <a:prstGeom prst="rect">
            <a:avLst/>
          </a:prstGeom>
          <a:noFill/>
          <a:ln/>
        </p:spPr>
        <p:txBody>
          <a:bodyPr wrap="square"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Database Management System | Page 2 of 30 | Confidential ©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B0C7E9-0C5B-4308-9CD8-F8126D6649D8}"/>
              </a:ext>
            </a:extLst>
          </p:cNvPr>
          <p:cNvSpPr txBox="1"/>
          <p:nvPr/>
        </p:nvSpPr>
        <p:spPr>
          <a:xfrm>
            <a:off x="286061" y="691490"/>
            <a:ext cx="8453205" cy="2948122"/>
          </a:xfrm>
          <a:prstGeom prst="rect">
            <a:avLst/>
          </a:prstGeom>
          <a:noFill/>
        </p:spPr>
        <p:txBody>
          <a:bodyPr wrap="square">
            <a:spAutoFit/>
          </a:bodyPr>
          <a:lstStyle/>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4. Developer Portal — Complete Execution Flow</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4.1 Developer Login &amp; Database Selection</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4.2 Intelligent Multi-Tab Query Editor (SQL / MQL)</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4.3 Smart Autocomplete, Beautifier &amp; Explain Plan</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4.4 Table Data Viewer &amp; phpMyAdmin-Style Row Actions</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4.5 Live UPDATE, INSERT, DELETE Query Previews</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   4.6 Query History &amp; Personal Script Library</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5. Real-Time Notification &amp; Alert Dispatch Flow</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6. Complete Application Workflow (End-to-End)</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7. Enterprise Security &amp; Compliance Architecture</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8. REST API Reference Summary</a:t>
            </a:r>
            <a:endParaRPr lang="en-US" sz="1400" dirty="0"/>
          </a:p>
          <a:p>
            <a:pPr marL="0" indent="0">
              <a:lnSpc>
                <a:spcPts val="1800"/>
              </a:lnSpc>
              <a:buNone/>
            </a:pPr>
            <a:r>
              <a:rPr lang="en-US" sz="1400" dirty="0">
                <a:solidFill>
                  <a:srgbClr val="1E293B"/>
                </a:solidFill>
                <a:latin typeface="Calibri" pitchFamily="34" charset="0"/>
                <a:ea typeface="Calibri" pitchFamily="34" charset="-122"/>
                <a:cs typeface="Calibri" pitchFamily="34" charset="-120"/>
              </a:rPr>
              <a:t>9. Multi-Engine Drivers, Rate Limiting &amp; Environment Config</a:t>
            </a:r>
            <a:endParaRPr lang="en-US" sz="1400" dirty="0"/>
          </a:p>
        </p:txBody>
      </p:sp>
      <p:sp>
        <p:nvSpPr>
          <p:cNvPr id="5" name="Shape 2">
            <a:extLst>
              <a:ext uri="{FF2B5EF4-FFF2-40B4-BE49-F238E27FC236}">
                <a16:creationId xmlns:a16="http://schemas.microsoft.com/office/drawing/2014/main" id="{A7A80A03-085E-4D7A-9350-70B154A3B522}"/>
              </a:ext>
            </a:extLst>
          </p:cNvPr>
          <p:cNvSpPr/>
          <p:nvPr/>
        </p:nvSpPr>
        <p:spPr>
          <a:xfrm>
            <a:off x="184573" y="474557"/>
            <a:ext cx="4275001" cy="45720"/>
          </a:xfrm>
          <a:prstGeom prst="rect">
            <a:avLst/>
          </a:prstGeom>
          <a:solidFill>
            <a:srgbClr val="0D9DA4"/>
          </a:solidFill>
          <a:ln w="12700">
            <a:solidFill>
              <a:srgbClr val="0D9DA4"/>
            </a:solidFill>
            <a:prstDash val="solid"/>
          </a:ln>
        </p:spPr>
      </p:sp>
      <p:sp>
        <p:nvSpPr>
          <p:cNvPr id="6" name="TextBox 5">
            <a:extLst>
              <a:ext uri="{FF2B5EF4-FFF2-40B4-BE49-F238E27FC236}">
                <a16:creationId xmlns:a16="http://schemas.microsoft.com/office/drawing/2014/main" id="{9357DF13-3478-4297-A258-4098E41C9B30}"/>
              </a:ext>
            </a:extLst>
          </p:cNvPr>
          <p:cNvSpPr txBox="1"/>
          <p:nvPr/>
        </p:nvSpPr>
        <p:spPr>
          <a:xfrm>
            <a:off x="184573" y="0"/>
            <a:ext cx="6360160" cy="230832"/>
          </a:xfrm>
          <a:prstGeom prst="rect">
            <a:avLst/>
          </a:prstGeom>
          <a:noFill/>
        </p:spPr>
        <p:txBody>
          <a:bodyPr wrap="square" rtlCol="0">
            <a:spAutoFit/>
          </a:bodyP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Tree>
    <p:extLst>
      <p:ext uri="{BB962C8B-B14F-4D97-AF65-F5344CB8AC3E}">
        <p14:creationId xmlns:p14="http://schemas.microsoft.com/office/powerpoint/2010/main" val="4122228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69053" y="24553"/>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731520" y="59436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1. Application Overview</a:t>
            </a:r>
            <a:endParaRPr lang="en-US" sz="2200" dirty="0"/>
          </a:p>
        </p:txBody>
      </p:sp>
      <p:sp>
        <p:nvSpPr>
          <p:cNvPr id="4" name="Shape 2"/>
          <p:cNvSpPr/>
          <p:nvPr/>
        </p:nvSpPr>
        <p:spPr>
          <a:xfrm flipV="1">
            <a:off x="731520" y="1087967"/>
            <a:ext cx="3233378" cy="55033"/>
          </a:xfrm>
          <a:prstGeom prst="rect">
            <a:avLst/>
          </a:prstGeom>
          <a:solidFill>
            <a:srgbClr val="0D9DA4"/>
          </a:solidFill>
          <a:ln w="12700">
            <a:solidFill>
              <a:srgbClr val="0D9DA4"/>
            </a:solidFill>
            <a:prstDash val="solid"/>
          </a:ln>
        </p:spPr>
      </p:sp>
      <p:sp>
        <p:nvSpPr>
          <p:cNvPr id="5" name="Text 3"/>
          <p:cNvSpPr/>
          <p:nvPr/>
        </p:nvSpPr>
        <p:spPr>
          <a:xfrm>
            <a:off x="731520" y="1371600"/>
            <a:ext cx="8275320" cy="548640"/>
          </a:xfrm>
          <a:prstGeom prst="rect">
            <a:avLst/>
          </a:prstGeom>
          <a:noFill/>
          <a:ln/>
        </p:spPr>
        <p:txBody>
          <a:bodyPr wrap="square" rtlCol="0" anchor="ctr"/>
          <a:lstStyle/>
          <a:p>
            <a:pPr marL="0" indent="0">
              <a:lnSpc>
                <a:spcPts val="1800"/>
              </a:lnSpc>
              <a:buNone/>
            </a:pPr>
            <a:r>
              <a:rPr lang="en-US" sz="1200" dirty="0">
                <a:solidFill>
                  <a:srgbClr val="334155"/>
                </a:solidFill>
                <a:latin typeface="Calibri" pitchFamily="34" charset="0"/>
                <a:ea typeface="Calibri" pitchFamily="34" charset="-122"/>
                <a:cs typeface="Calibri" pitchFamily="34" charset="-120"/>
              </a:rPr>
              <a:t>The Database Management System (DBMS) is an enterprise-grade, cloud-ready database administration and real-time observability platform. It is engineered to unify multi-engine database management, query development, schema discovery, and change-data-capture auditing into a single high-performance web interface.</a:t>
            </a:r>
            <a:endParaRPr lang="en-US" sz="1200" dirty="0"/>
          </a:p>
        </p:txBody>
      </p:sp>
      <p:sp>
        <p:nvSpPr>
          <p:cNvPr id="6" name="Shape 4"/>
          <p:cNvSpPr/>
          <p:nvPr/>
        </p:nvSpPr>
        <p:spPr>
          <a:xfrm>
            <a:off x="725594" y="2004907"/>
            <a:ext cx="2745740" cy="3017520"/>
          </a:xfrm>
          <a:prstGeom prst="roundRect">
            <a:avLst/>
          </a:prstGeom>
          <a:solidFill>
            <a:srgbClr val="FFFFFF"/>
          </a:solidFill>
          <a:ln w="12700">
            <a:solidFill>
              <a:srgbClr val="E2E8F0"/>
            </a:solidFill>
            <a:prstDash val="solid"/>
          </a:ln>
        </p:spPr>
      </p:sp>
      <p:sp>
        <p:nvSpPr>
          <p:cNvPr id="7" name="Shape 5"/>
          <p:cNvSpPr/>
          <p:nvPr/>
        </p:nvSpPr>
        <p:spPr>
          <a:xfrm>
            <a:off x="975360" y="2276687"/>
            <a:ext cx="2087880" cy="91440"/>
          </a:xfrm>
          <a:prstGeom prst="rect">
            <a:avLst/>
          </a:prstGeom>
          <a:solidFill>
            <a:srgbClr val="0D9DA4"/>
          </a:solidFill>
          <a:ln/>
        </p:spPr>
      </p:sp>
      <p:sp>
        <p:nvSpPr>
          <p:cNvPr id="8" name="Text 6"/>
          <p:cNvSpPr/>
          <p:nvPr/>
        </p:nvSpPr>
        <p:spPr>
          <a:xfrm>
            <a:off x="914400" y="2651760"/>
            <a:ext cx="2148840" cy="5486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Unified Polyglot Engine</a:t>
            </a:r>
            <a:endParaRPr lang="en-US" sz="1300" dirty="0"/>
          </a:p>
        </p:txBody>
      </p:sp>
      <p:sp>
        <p:nvSpPr>
          <p:cNvPr id="9" name="Text 7"/>
          <p:cNvSpPr/>
          <p:nvPr/>
        </p:nvSpPr>
        <p:spPr>
          <a:xfrm>
            <a:off x="820420" y="2423160"/>
            <a:ext cx="2148840" cy="2286000"/>
          </a:xfrm>
          <a:prstGeom prst="rect">
            <a:avLst/>
          </a:prstGeom>
          <a:noFill/>
          <a:ln/>
        </p:spPr>
        <p:txBody>
          <a:bodyPr wrap="square" rtlCol="0" anchor="ctr"/>
          <a:lstStyle/>
          <a:p>
            <a:pPr marL="0" indent="0">
              <a:lnSpc>
                <a:spcPts val="1600"/>
              </a:lnSpc>
              <a:buNone/>
            </a:pPr>
            <a:r>
              <a:rPr lang="en-US" sz="1050" dirty="0">
                <a:solidFill>
                  <a:srgbClr val="64748B"/>
                </a:solidFill>
                <a:latin typeface="Calibri" pitchFamily="34" charset="0"/>
                <a:ea typeface="Calibri" pitchFamily="34" charset="-122"/>
                <a:cs typeface="Calibri" pitchFamily="34" charset="-120"/>
              </a:rPr>
              <a:t>Centralizes MySQL, PostgreSQL, MongoDB, and </a:t>
            </a:r>
            <a:r>
              <a:rPr lang="en-US" sz="1050" dirty="0">
                <a:solidFill>
                  <a:srgbClr val="FF0000"/>
                </a:solidFill>
                <a:latin typeface="Calibri" pitchFamily="34" charset="0"/>
                <a:ea typeface="Calibri" pitchFamily="34" charset="-122"/>
                <a:cs typeface="Calibri" pitchFamily="34" charset="-120"/>
              </a:rPr>
              <a:t>Oracle</a:t>
            </a:r>
            <a:r>
              <a:rPr lang="en-US" sz="1050" dirty="0">
                <a:solidFill>
                  <a:srgbClr val="64748B"/>
                </a:solidFill>
                <a:latin typeface="Calibri" pitchFamily="34" charset="0"/>
                <a:ea typeface="Calibri" pitchFamily="34" charset="-122"/>
                <a:cs typeface="Calibri" pitchFamily="34" charset="-120"/>
              </a:rPr>
              <a:t> into one consistent workspace, eliminating tool fragmentation.</a:t>
            </a:r>
            <a:endParaRPr lang="en-US" sz="1050" dirty="0"/>
          </a:p>
        </p:txBody>
      </p:sp>
      <p:sp>
        <p:nvSpPr>
          <p:cNvPr id="10" name="Shape 8"/>
          <p:cNvSpPr/>
          <p:nvPr/>
        </p:nvSpPr>
        <p:spPr>
          <a:xfrm>
            <a:off x="5284046" y="2057400"/>
            <a:ext cx="3039533" cy="3017520"/>
          </a:xfrm>
          <a:prstGeom prst="roundRect">
            <a:avLst/>
          </a:prstGeom>
          <a:solidFill>
            <a:srgbClr val="FFFFFF"/>
          </a:solidFill>
          <a:ln w="12700">
            <a:solidFill>
              <a:srgbClr val="E2E8F0"/>
            </a:solidFill>
            <a:prstDash val="solid"/>
          </a:ln>
        </p:spPr>
      </p:sp>
      <p:sp>
        <p:nvSpPr>
          <p:cNvPr id="11" name="Shape 9"/>
          <p:cNvSpPr/>
          <p:nvPr/>
        </p:nvSpPr>
        <p:spPr>
          <a:xfrm>
            <a:off x="5850466" y="2300816"/>
            <a:ext cx="2148840" cy="68580"/>
          </a:xfrm>
          <a:prstGeom prst="rect">
            <a:avLst/>
          </a:prstGeom>
          <a:solidFill>
            <a:srgbClr val="10B981"/>
          </a:solidFill>
          <a:ln/>
        </p:spPr>
      </p:sp>
      <p:sp>
        <p:nvSpPr>
          <p:cNvPr id="12" name="Text 10"/>
          <p:cNvSpPr/>
          <p:nvPr/>
        </p:nvSpPr>
        <p:spPr>
          <a:xfrm>
            <a:off x="5850466" y="2396913"/>
            <a:ext cx="2473113" cy="5486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Security &amp; Proxy Barrier</a:t>
            </a:r>
            <a:endParaRPr lang="en-US" sz="1300" dirty="0"/>
          </a:p>
        </p:txBody>
      </p:sp>
      <p:sp>
        <p:nvSpPr>
          <p:cNvPr id="13" name="Text 11"/>
          <p:cNvSpPr/>
          <p:nvPr/>
        </p:nvSpPr>
        <p:spPr>
          <a:xfrm>
            <a:off x="5850467" y="2286000"/>
            <a:ext cx="2148840" cy="2286000"/>
          </a:xfrm>
          <a:prstGeom prst="rect">
            <a:avLst/>
          </a:prstGeom>
          <a:noFill/>
          <a:ln/>
        </p:spPr>
        <p:txBody>
          <a:bodyPr wrap="square" rtlCol="0" anchor="ctr"/>
          <a:lstStyle/>
          <a:p>
            <a:pPr marL="0" indent="0">
              <a:lnSpc>
                <a:spcPts val="1600"/>
              </a:lnSpc>
              <a:buNone/>
            </a:pPr>
            <a:r>
              <a:rPr lang="en-US" sz="1050" dirty="0">
                <a:solidFill>
                  <a:srgbClr val="64748B"/>
                </a:solidFill>
                <a:latin typeface="Calibri" pitchFamily="34" charset="0"/>
                <a:ea typeface="Calibri" pitchFamily="34" charset="-122"/>
                <a:cs typeface="Calibri" pitchFamily="34" charset="-120"/>
              </a:rPr>
              <a:t>Eliminates direct developer credentials to production servers via role-based access proxy and query AST validation.</a:t>
            </a:r>
            <a:endParaRPr lang="en-US" sz="1050" dirty="0"/>
          </a:p>
        </p:txBody>
      </p:sp>
      <p:sp>
        <p:nvSpPr>
          <p:cNvPr id="16" name="Text 14"/>
          <p:cNvSpPr/>
          <p:nvPr/>
        </p:nvSpPr>
        <p:spPr>
          <a:xfrm>
            <a:off x="6309360" y="2651760"/>
            <a:ext cx="2148840" cy="548640"/>
          </a:xfrm>
          <a:prstGeom prst="rect">
            <a:avLst/>
          </a:prstGeom>
          <a:noFill/>
          <a:ln/>
        </p:spPr>
        <p:txBody>
          <a:bodyPr wrap="square" rtlCol="0" anchor="ctr"/>
          <a:lstStyle/>
          <a:p>
            <a:pPr marL="0" indent="0">
              <a:buNone/>
            </a:pPr>
            <a:endParaRPr lang="en-US" sz="1300" dirty="0"/>
          </a:p>
        </p:txBody>
      </p:sp>
      <p:sp>
        <p:nvSpPr>
          <p:cNvPr id="17" name="Text 15"/>
          <p:cNvSpPr/>
          <p:nvPr/>
        </p:nvSpPr>
        <p:spPr>
          <a:xfrm>
            <a:off x="6309360" y="3291840"/>
            <a:ext cx="2148840" cy="2286000"/>
          </a:xfrm>
          <a:prstGeom prst="rect">
            <a:avLst/>
          </a:prstGeom>
          <a:noFill/>
          <a:ln/>
        </p:spPr>
        <p:txBody>
          <a:bodyPr wrap="square" rtlCol="0" anchor="ctr"/>
          <a:lstStyle/>
          <a:p>
            <a:pPr marL="0" indent="0">
              <a:lnSpc>
                <a:spcPts val="1600"/>
              </a:lnSpc>
              <a:buNone/>
            </a:pPr>
            <a:endParaRPr lang="en-US" sz="1050" dirty="0"/>
          </a:p>
        </p:txBody>
      </p:sp>
      <p:sp>
        <p:nvSpPr>
          <p:cNvPr id="20" name="Text 18"/>
          <p:cNvSpPr/>
          <p:nvPr/>
        </p:nvSpPr>
        <p:spPr>
          <a:xfrm>
            <a:off x="9006840" y="2651760"/>
            <a:ext cx="2148840" cy="548640"/>
          </a:xfrm>
          <a:prstGeom prst="rect">
            <a:avLst/>
          </a:prstGeom>
          <a:noFill/>
          <a:ln/>
        </p:spPr>
        <p:txBody>
          <a:bodyPr wrap="square" rtlCol="0" anchor="ctr"/>
          <a:lstStyle/>
          <a:p>
            <a:pPr marL="0" indent="0">
              <a:buNone/>
            </a:pPr>
            <a:endParaRPr lang="en-US" sz="1300" dirty="0"/>
          </a:p>
        </p:txBody>
      </p:sp>
      <p:sp>
        <p:nvSpPr>
          <p:cNvPr id="21" name="Text 19"/>
          <p:cNvSpPr/>
          <p:nvPr/>
        </p:nvSpPr>
        <p:spPr>
          <a:xfrm>
            <a:off x="9006840" y="3291840"/>
            <a:ext cx="2148840" cy="2286000"/>
          </a:xfrm>
          <a:prstGeom prst="rect">
            <a:avLst/>
          </a:prstGeom>
          <a:noFill/>
          <a:ln/>
        </p:spPr>
        <p:txBody>
          <a:bodyPr wrap="square" rtlCol="0" anchor="ctr"/>
          <a:lstStyle/>
          <a:p>
            <a:pPr marL="0" indent="0">
              <a:lnSpc>
                <a:spcPts val="1600"/>
              </a:lnSpc>
              <a:buNone/>
            </a:pPr>
            <a:endParaRPr lang="en-US" sz="1050" dirty="0"/>
          </a:p>
        </p:txBody>
      </p:sp>
      <p:sp>
        <p:nvSpPr>
          <p:cNvPr id="22" name="Text 20"/>
          <p:cNvSpPr/>
          <p:nvPr/>
        </p:nvSpPr>
        <p:spPr>
          <a:xfrm>
            <a:off x="731520" y="6400800"/>
            <a:ext cx="10515600" cy="274320"/>
          </a:xfrm>
          <a:prstGeom prst="rect">
            <a:avLst/>
          </a:prstGeom>
          <a:noFill/>
          <a:ln/>
        </p:spPr>
        <p:txBody>
          <a:bodyPr wrap="square"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Database Management System | Page 3 of 30 | Confidential © 2026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6">
            <a:extLst>
              <a:ext uri="{FF2B5EF4-FFF2-40B4-BE49-F238E27FC236}">
                <a16:creationId xmlns:a16="http://schemas.microsoft.com/office/drawing/2014/main" id="{D010C629-2718-4C3E-A864-7ADCE55B8F91}"/>
              </a:ext>
            </a:extLst>
          </p:cNvPr>
          <p:cNvSpPr/>
          <p:nvPr/>
        </p:nvSpPr>
        <p:spPr>
          <a:xfrm>
            <a:off x="348825" y="345440"/>
            <a:ext cx="3926842" cy="4531360"/>
          </a:xfrm>
          <a:prstGeom prst="roundRect">
            <a:avLst/>
          </a:prstGeom>
          <a:solidFill>
            <a:srgbClr val="FFFFFF"/>
          </a:solidFill>
          <a:ln w="12700">
            <a:solidFill>
              <a:srgbClr val="E2E8F0"/>
            </a:solidFill>
            <a:prstDash val="solid"/>
          </a:ln>
        </p:spPr>
      </p:sp>
      <p:sp>
        <p:nvSpPr>
          <p:cNvPr id="3" name="Shape 17">
            <a:extLst>
              <a:ext uri="{FF2B5EF4-FFF2-40B4-BE49-F238E27FC236}">
                <a16:creationId xmlns:a16="http://schemas.microsoft.com/office/drawing/2014/main" id="{FD699D87-BBB6-49C4-A235-C03BE1C27959}"/>
              </a:ext>
            </a:extLst>
          </p:cNvPr>
          <p:cNvSpPr/>
          <p:nvPr/>
        </p:nvSpPr>
        <p:spPr>
          <a:xfrm>
            <a:off x="868678" y="524086"/>
            <a:ext cx="2738122" cy="91440"/>
          </a:xfrm>
          <a:prstGeom prst="rect">
            <a:avLst/>
          </a:prstGeom>
          <a:solidFill>
            <a:srgbClr val="8B5CF6"/>
          </a:solidFill>
          <a:ln/>
        </p:spPr>
      </p:sp>
      <p:sp>
        <p:nvSpPr>
          <p:cNvPr id="5" name="TextBox 4">
            <a:extLst>
              <a:ext uri="{FF2B5EF4-FFF2-40B4-BE49-F238E27FC236}">
                <a16:creationId xmlns:a16="http://schemas.microsoft.com/office/drawing/2014/main" id="{8FD39188-BFDB-4390-9201-8D5C923A6BC1}"/>
              </a:ext>
            </a:extLst>
          </p:cNvPr>
          <p:cNvSpPr txBox="1"/>
          <p:nvPr/>
        </p:nvSpPr>
        <p:spPr>
          <a:xfrm>
            <a:off x="804334" y="1127667"/>
            <a:ext cx="4572000" cy="369332"/>
          </a:xfrm>
          <a:prstGeom prst="rect">
            <a:avLst/>
          </a:prstGeom>
          <a:noFill/>
        </p:spPr>
        <p:txBody>
          <a:bodyPr wrap="square">
            <a:spAutoFit/>
          </a:bodyPr>
          <a:lstStyle/>
          <a:p>
            <a:pPr marL="0" indent="0">
              <a:buNone/>
            </a:pPr>
            <a:r>
              <a:rPr lang="en-US" sz="1800" b="1" dirty="0">
                <a:solidFill>
                  <a:srgbClr val="1E293B"/>
                </a:solidFill>
                <a:latin typeface="Arial" pitchFamily="34" charset="0"/>
                <a:ea typeface="Arial" pitchFamily="34" charset="-122"/>
                <a:cs typeface="Arial" pitchFamily="34" charset="-120"/>
              </a:rPr>
              <a:t>Proactive Optimization</a:t>
            </a:r>
            <a:endParaRPr lang="en-US" sz="1800" dirty="0"/>
          </a:p>
        </p:txBody>
      </p:sp>
      <p:sp>
        <p:nvSpPr>
          <p:cNvPr id="7" name="TextBox 6">
            <a:extLst>
              <a:ext uri="{FF2B5EF4-FFF2-40B4-BE49-F238E27FC236}">
                <a16:creationId xmlns:a16="http://schemas.microsoft.com/office/drawing/2014/main" id="{DAA807A4-7B5B-4999-A39F-55C3EAA777D2}"/>
              </a:ext>
            </a:extLst>
          </p:cNvPr>
          <p:cNvSpPr txBox="1"/>
          <p:nvPr/>
        </p:nvSpPr>
        <p:spPr>
          <a:xfrm>
            <a:off x="781471" y="1789008"/>
            <a:ext cx="2572175" cy="1333057"/>
          </a:xfrm>
          <a:prstGeom prst="rect">
            <a:avLst/>
          </a:prstGeom>
          <a:noFill/>
        </p:spPr>
        <p:txBody>
          <a:bodyPr wrap="square">
            <a:spAutoFit/>
          </a:bodyPr>
          <a:lstStyle/>
          <a:p>
            <a:pPr marL="0" indent="0">
              <a:lnSpc>
                <a:spcPts val="1600"/>
              </a:lnSpc>
              <a:buNone/>
            </a:pPr>
            <a:r>
              <a:rPr lang="en-US" sz="1800" dirty="0">
                <a:solidFill>
                  <a:srgbClr val="64748B"/>
                </a:solidFill>
                <a:latin typeface="Calibri" pitchFamily="34" charset="0"/>
                <a:ea typeface="Calibri" pitchFamily="34" charset="-122"/>
                <a:cs typeface="Calibri" pitchFamily="34" charset="-120"/>
              </a:rPr>
              <a:t>Continuous slow query detection (&gt;100ms threshold) with automated index and execution plan suggestions.</a:t>
            </a:r>
            <a:endParaRPr lang="en-US" sz="1800" dirty="0"/>
          </a:p>
        </p:txBody>
      </p:sp>
      <p:sp>
        <p:nvSpPr>
          <p:cNvPr id="8" name="Shape 12">
            <a:extLst>
              <a:ext uri="{FF2B5EF4-FFF2-40B4-BE49-F238E27FC236}">
                <a16:creationId xmlns:a16="http://schemas.microsoft.com/office/drawing/2014/main" id="{320F638A-6245-4AB4-AFCD-FFC4EE206C85}"/>
              </a:ext>
            </a:extLst>
          </p:cNvPr>
          <p:cNvSpPr/>
          <p:nvPr/>
        </p:nvSpPr>
        <p:spPr>
          <a:xfrm>
            <a:off x="4595709" y="345440"/>
            <a:ext cx="4199466" cy="4352715"/>
          </a:xfrm>
          <a:prstGeom prst="roundRect">
            <a:avLst/>
          </a:prstGeom>
          <a:solidFill>
            <a:srgbClr val="FFFFFF"/>
          </a:solidFill>
          <a:ln w="12700">
            <a:solidFill>
              <a:srgbClr val="E2E8F0"/>
            </a:solidFill>
            <a:prstDash val="solid"/>
          </a:ln>
        </p:spPr>
        <p:txBody>
          <a:bodyPr/>
          <a:lstStyle/>
          <a:p>
            <a:endParaRPr lang="en-US" dirty="0"/>
          </a:p>
        </p:txBody>
      </p:sp>
      <p:sp>
        <p:nvSpPr>
          <p:cNvPr id="9" name="Shape 13">
            <a:extLst>
              <a:ext uri="{FF2B5EF4-FFF2-40B4-BE49-F238E27FC236}">
                <a16:creationId xmlns:a16="http://schemas.microsoft.com/office/drawing/2014/main" id="{F641881D-7CF8-4457-A2F6-1206F6469AC9}"/>
              </a:ext>
            </a:extLst>
          </p:cNvPr>
          <p:cNvSpPr/>
          <p:nvPr/>
        </p:nvSpPr>
        <p:spPr>
          <a:xfrm>
            <a:off x="5245947" y="569806"/>
            <a:ext cx="2797386" cy="91440"/>
          </a:xfrm>
          <a:prstGeom prst="rect">
            <a:avLst/>
          </a:prstGeom>
          <a:solidFill>
            <a:srgbClr val="F59E0B"/>
          </a:solidFill>
          <a:ln/>
        </p:spPr>
      </p:sp>
      <p:sp>
        <p:nvSpPr>
          <p:cNvPr id="11" name="TextBox 10">
            <a:extLst>
              <a:ext uri="{FF2B5EF4-FFF2-40B4-BE49-F238E27FC236}">
                <a16:creationId xmlns:a16="http://schemas.microsoft.com/office/drawing/2014/main" id="{0FD113E9-1D06-4DF1-8F37-4A25CBCE8BD9}"/>
              </a:ext>
            </a:extLst>
          </p:cNvPr>
          <p:cNvSpPr txBox="1"/>
          <p:nvPr/>
        </p:nvSpPr>
        <p:spPr>
          <a:xfrm>
            <a:off x="5245947" y="1089006"/>
            <a:ext cx="4572000" cy="369332"/>
          </a:xfrm>
          <a:prstGeom prst="rect">
            <a:avLst/>
          </a:prstGeom>
          <a:noFill/>
        </p:spPr>
        <p:txBody>
          <a:bodyPr wrap="square">
            <a:spAutoFit/>
          </a:bodyPr>
          <a:lstStyle/>
          <a:p>
            <a:pPr marL="0" indent="0">
              <a:buNone/>
            </a:pPr>
            <a:r>
              <a:rPr lang="en-US" sz="1800" b="1" dirty="0">
                <a:solidFill>
                  <a:srgbClr val="1E293B"/>
                </a:solidFill>
                <a:latin typeface="Arial" pitchFamily="34" charset="0"/>
                <a:ea typeface="Arial" pitchFamily="34" charset="-122"/>
                <a:cs typeface="Arial" pitchFamily="34" charset="-120"/>
              </a:rPr>
              <a:t>Live CDC &amp; Auditability</a:t>
            </a:r>
            <a:endParaRPr lang="en-US" sz="1800" dirty="0"/>
          </a:p>
        </p:txBody>
      </p:sp>
      <p:sp>
        <p:nvSpPr>
          <p:cNvPr id="13" name="TextBox 12">
            <a:extLst>
              <a:ext uri="{FF2B5EF4-FFF2-40B4-BE49-F238E27FC236}">
                <a16:creationId xmlns:a16="http://schemas.microsoft.com/office/drawing/2014/main" id="{A9A48CDB-5C70-46EB-957D-7148054A6C36}"/>
              </a:ext>
            </a:extLst>
          </p:cNvPr>
          <p:cNvSpPr txBox="1"/>
          <p:nvPr/>
        </p:nvSpPr>
        <p:spPr>
          <a:xfrm>
            <a:off x="5245947" y="1715289"/>
            <a:ext cx="2801620" cy="1127873"/>
          </a:xfrm>
          <a:prstGeom prst="rect">
            <a:avLst/>
          </a:prstGeom>
          <a:noFill/>
        </p:spPr>
        <p:txBody>
          <a:bodyPr wrap="square">
            <a:spAutoFit/>
          </a:bodyPr>
          <a:lstStyle/>
          <a:p>
            <a:pPr marL="0" indent="0">
              <a:lnSpc>
                <a:spcPts val="1600"/>
              </a:lnSpc>
              <a:buNone/>
            </a:pPr>
            <a:r>
              <a:rPr lang="en-US" sz="1800" dirty="0">
                <a:solidFill>
                  <a:srgbClr val="64748B"/>
                </a:solidFill>
                <a:latin typeface="Calibri" pitchFamily="34" charset="0"/>
                <a:ea typeface="Calibri" pitchFamily="34" charset="-122"/>
                <a:cs typeface="Calibri" pitchFamily="34" charset="-120"/>
              </a:rPr>
              <a:t>Real-time WebSocket streaming of </a:t>
            </a:r>
            <a:r>
              <a:rPr lang="en-US" sz="1800" dirty="0" err="1">
                <a:solidFill>
                  <a:srgbClr val="64748B"/>
                </a:solidFill>
                <a:latin typeface="Calibri" pitchFamily="34" charset="0"/>
                <a:ea typeface="Calibri" pitchFamily="34" charset="-122"/>
                <a:cs typeface="Calibri" pitchFamily="34" charset="-120"/>
              </a:rPr>
              <a:t>Binlog</a:t>
            </a:r>
            <a:r>
              <a:rPr lang="en-US" sz="1800" dirty="0">
                <a:solidFill>
                  <a:srgbClr val="64748B"/>
                </a:solidFill>
                <a:latin typeface="Calibri" pitchFamily="34" charset="0"/>
                <a:ea typeface="Calibri" pitchFamily="34" charset="-122"/>
                <a:cs typeface="Calibri" pitchFamily="34" charset="-120"/>
              </a:rPr>
              <a:t> transactions, before-and-after change diffs, and query histories.</a:t>
            </a:r>
            <a:endParaRPr lang="en-US" sz="1800" dirty="0"/>
          </a:p>
        </p:txBody>
      </p:sp>
      <p:sp>
        <p:nvSpPr>
          <p:cNvPr id="15" name="TextBox 14">
            <a:extLst>
              <a:ext uri="{FF2B5EF4-FFF2-40B4-BE49-F238E27FC236}">
                <a16:creationId xmlns:a16="http://schemas.microsoft.com/office/drawing/2014/main" id="{EFD62871-D006-4FC5-80D9-5CB6AA1BC326}"/>
              </a:ext>
            </a:extLst>
          </p:cNvPr>
          <p:cNvSpPr txBox="1"/>
          <p:nvPr/>
        </p:nvSpPr>
        <p:spPr>
          <a:xfrm>
            <a:off x="160867" y="-5973"/>
            <a:ext cx="8100062" cy="230832"/>
          </a:xfrm>
          <a:prstGeom prst="rect">
            <a:avLst/>
          </a:prstGeom>
          <a:noFill/>
        </p:spPr>
        <p:txBody>
          <a:bodyPr wrap="square">
            <a:spAutoFit/>
          </a:bodyP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Tree>
    <p:extLst>
      <p:ext uri="{BB962C8B-B14F-4D97-AF65-F5344CB8AC3E}">
        <p14:creationId xmlns:p14="http://schemas.microsoft.com/office/powerpoint/2010/main" val="563526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15053" y="38947"/>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658704" y="5638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1.1 Purpose &amp; 1.2 Key Features</a:t>
            </a:r>
            <a:endParaRPr lang="en-US" sz="2200" dirty="0"/>
          </a:p>
        </p:txBody>
      </p:sp>
      <p:sp>
        <p:nvSpPr>
          <p:cNvPr id="4" name="Shape 2"/>
          <p:cNvSpPr/>
          <p:nvPr/>
        </p:nvSpPr>
        <p:spPr>
          <a:xfrm>
            <a:off x="731520" y="1143000"/>
            <a:ext cx="1645920" cy="45720"/>
          </a:xfrm>
          <a:prstGeom prst="rect">
            <a:avLst/>
          </a:prstGeom>
          <a:solidFill>
            <a:srgbClr val="0D9DA4"/>
          </a:solidFill>
          <a:ln w="12700">
            <a:solidFill>
              <a:srgbClr val="0D9DA4"/>
            </a:solidFill>
            <a:prstDash val="solid"/>
          </a:ln>
        </p:spPr>
      </p:sp>
      <p:sp>
        <p:nvSpPr>
          <p:cNvPr id="6" name="Text 4"/>
          <p:cNvSpPr/>
          <p:nvPr/>
        </p:nvSpPr>
        <p:spPr>
          <a:xfrm>
            <a:off x="658705" y="1122680"/>
            <a:ext cx="5564293" cy="548640"/>
          </a:xfrm>
          <a:prstGeom prst="rect">
            <a:avLst/>
          </a:prstGeom>
          <a:noFill/>
          <a:ln/>
        </p:spPr>
        <p:txBody>
          <a:bodyPr wrap="square" rtlCol="0" anchor="ctr"/>
          <a:lstStyle/>
          <a:p>
            <a:pPr marL="0" indent="0">
              <a:buNone/>
            </a:pPr>
            <a:r>
              <a:rPr lang="en-US" sz="1600" b="1" dirty="0">
                <a:solidFill>
                  <a:srgbClr val="0D9DA4"/>
                </a:solidFill>
                <a:latin typeface="Arial" pitchFamily="34" charset="0"/>
                <a:ea typeface="Arial" pitchFamily="34" charset="-122"/>
                <a:cs typeface="Arial" pitchFamily="34" charset="-120"/>
              </a:rPr>
              <a:t>1.1 Strategic Purpose</a:t>
            </a:r>
            <a:endParaRPr lang="en-US" sz="1600" dirty="0"/>
          </a:p>
        </p:txBody>
      </p:sp>
      <p:sp>
        <p:nvSpPr>
          <p:cNvPr id="7" name="Text 5"/>
          <p:cNvSpPr/>
          <p:nvPr/>
        </p:nvSpPr>
        <p:spPr>
          <a:xfrm>
            <a:off x="658704" y="1234440"/>
            <a:ext cx="8129695" cy="3840480"/>
          </a:xfrm>
          <a:prstGeom prst="rect">
            <a:avLst/>
          </a:prstGeom>
          <a:noFill/>
          <a:ln/>
        </p:spPr>
        <p:txBody>
          <a:bodyPr wrap="square" rtlCol="0" anchor="ctr"/>
          <a:lstStyle/>
          <a:p>
            <a:pPr marL="0" indent="0">
              <a:lnSpc>
                <a:spcPts val="1600"/>
              </a:lnSpc>
              <a:buNone/>
            </a:pPr>
            <a:r>
              <a:rPr lang="en-US" dirty="0">
                <a:solidFill>
                  <a:srgbClr val="334155"/>
                </a:solidFill>
                <a:latin typeface="Calibri" pitchFamily="34" charset="0"/>
                <a:ea typeface="Calibri" pitchFamily="34" charset="-122"/>
                <a:cs typeface="Calibri" pitchFamily="34" charset="-120"/>
              </a:rPr>
              <a:t>• Eliminate Multi-Client Complexity: Replaces phpMyAdmin, pgAdmin, Compass, and SQL Developer with a modern browser portal.</a:t>
            </a:r>
            <a:endParaRPr lang="en-US" dirty="0"/>
          </a:p>
          <a:p>
            <a:pPr marL="0" indent="0">
              <a:lnSpc>
                <a:spcPts val="1600"/>
              </a:lnSpc>
              <a:buNone/>
            </a:pPr>
            <a:endParaRPr lang="en-US" sz="1050" dirty="0"/>
          </a:p>
          <a:p>
            <a:pPr marL="0" indent="0">
              <a:lnSpc>
                <a:spcPts val="1600"/>
              </a:lnSpc>
              <a:buNone/>
            </a:pPr>
            <a:r>
              <a:rPr lang="en-US" dirty="0">
                <a:solidFill>
                  <a:srgbClr val="334155"/>
                </a:solidFill>
                <a:latin typeface="Calibri" pitchFamily="34" charset="0"/>
                <a:ea typeface="Calibri" pitchFamily="34" charset="-122"/>
                <a:cs typeface="Calibri" pitchFamily="34" charset="-120"/>
              </a:rPr>
              <a:t>• Zero-Trust Credential Isolation: Developers query target databases without knowing raw database passwords or ports.</a:t>
            </a:r>
            <a:endParaRPr lang="en-US" dirty="0"/>
          </a:p>
          <a:p>
            <a:pPr marL="0" indent="0">
              <a:lnSpc>
                <a:spcPts val="1600"/>
              </a:lnSpc>
              <a:buNone/>
            </a:pPr>
            <a:endParaRPr lang="en-US" sz="1050" dirty="0"/>
          </a:p>
          <a:p>
            <a:pPr marL="0" indent="0">
              <a:lnSpc>
                <a:spcPts val="1600"/>
              </a:lnSpc>
              <a:buNone/>
            </a:pPr>
            <a:r>
              <a:rPr lang="en-US" dirty="0">
                <a:solidFill>
                  <a:srgbClr val="334155"/>
                </a:solidFill>
                <a:latin typeface="Calibri" pitchFamily="34" charset="0"/>
                <a:ea typeface="Calibri" pitchFamily="34" charset="-122"/>
                <a:cs typeface="Calibri" pitchFamily="34" charset="-120"/>
              </a:rPr>
              <a:t>• Enforce Read-Only Governance: Prevents unintended DROP, TRUNCATE, or UPDATE disasters via automated query validation.</a:t>
            </a:r>
            <a:endParaRPr lang="en-US" dirty="0"/>
          </a:p>
          <a:p>
            <a:pPr marL="0" indent="0">
              <a:lnSpc>
                <a:spcPts val="1600"/>
              </a:lnSpc>
              <a:buNone/>
            </a:pPr>
            <a:endParaRPr lang="en-US" sz="1050" dirty="0"/>
          </a:p>
          <a:p>
            <a:pPr marL="0" indent="0">
              <a:lnSpc>
                <a:spcPts val="1600"/>
              </a:lnSpc>
              <a:buNone/>
            </a:pPr>
            <a:r>
              <a:rPr lang="en-US" dirty="0">
                <a:solidFill>
                  <a:srgbClr val="334155"/>
                </a:solidFill>
                <a:latin typeface="Calibri" pitchFamily="34" charset="0"/>
                <a:ea typeface="Calibri" pitchFamily="34" charset="-122"/>
                <a:cs typeface="Calibri" pitchFamily="34" charset="-120"/>
              </a:rPr>
              <a:t>• Real-Time Change Auditing: Captures every data modification with visual before/after row diffs for compliance.</a:t>
            </a:r>
            <a:endParaRPr lang="en-US" dirty="0"/>
          </a:p>
          <a:p>
            <a:pPr marL="0" indent="0">
              <a:lnSpc>
                <a:spcPts val="1600"/>
              </a:lnSpc>
              <a:buNone/>
            </a:pPr>
            <a:endParaRPr lang="en-US" sz="1050" dirty="0"/>
          </a:p>
          <a:p>
            <a:pPr marL="0" indent="0">
              <a:lnSpc>
                <a:spcPts val="1600"/>
              </a:lnSpc>
              <a:buNone/>
            </a:pPr>
            <a:r>
              <a:rPr lang="en-US" dirty="0">
                <a:solidFill>
                  <a:srgbClr val="334155"/>
                </a:solidFill>
                <a:latin typeface="Calibri" pitchFamily="34" charset="0"/>
                <a:ea typeface="Calibri" pitchFamily="34" charset="-122"/>
                <a:cs typeface="Calibri" pitchFamily="34" charset="-120"/>
              </a:rPr>
              <a:t>• End-to-End Self-Service: Provides developers with automated query builders, explain plans, and script saving.</a:t>
            </a:r>
            <a:endParaRPr lang="en-US" dirty="0"/>
          </a:p>
        </p:txBody>
      </p:sp>
      <p:sp>
        <p:nvSpPr>
          <p:cNvPr id="9" name="Text 7"/>
          <p:cNvSpPr/>
          <p:nvPr/>
        </p:nvSpPr>
        <p:spPr>
          <a:xfrm>
            <a:off x="6492240" y="1554480"/>
            <a:ext cx="4572000" cy="365760"/>
          </a:xfrm>
          <a:prstGeom prst="rect">
            <a:avLst/>
          </a:prstGeom>
          <a:noFill/>
          <a:ln/>
        </p:spPr>
        <p:txBody>
          <a:bodyPr wrap="square" rtlCol="0" anchor="ctr"/>
          <a:lstStyle/>
          <a:p>
            <a:pPr marL="0" indent="0">
              <a:buNone/>
            </a:pPr>
            <a:endParaRPr lang="en-US" sz="1400" dirty="0"/>
          </a:p>
        </p:txBody>
      </p:sp>
      <p:sp>
        <p:nvSpPr>
          <p:cNvPr id="10" name="Text 8"/>
          <p:cNvSpPr/>
          <p:nvPr/>
        </p:nvSpPr>
        <p:spPr>
          <a:xfrm>
            <a:off x="6492240" y="2011680"/>
            <a:ext cx="4572000" cy="3840480"/>
          </a:xfrm>
          <a:prstGeom prst="rect">
            <a:avLst/>
          </a:prstGeom>
          <a:noFill/>
          <a:ln/>
        </p:spPr>
        <p:txBody>
          <a:bodyPr wrap="square" rtlCol="0" anchor="ctr"/>
          <a:lstStyle/>
          <a:p>
            <a:pPr marL="0" indent="0">
              <a:lnSpc>
                <a:spcPts val="1600"/>
              </a:lnSpc>
              <a:buNone/>
            </a:pPr>
            <a:endParaRPr lang="en-US" sz="1050" dirty="0"/>
          </a:p>
        </p:txBody>
      </p:sp>
      <p:sp>
        <p:nvSpPr>
          <p:cNvPr id="11" name="Text 9"/>
          <p:cNvSpPr/>
          <p:nvPr/>
        </p:nvSpPr>
        <p:spPr>
          <a:xfrm>
            <a:off x="731520" y="6400800"/>
            <a:ext cx="10515600" cy="274320"/>
          </a:xfrm>
          <a:prstGeom prst="rect">
            <a:avLst/>
          </a:prstGeom>
          <a:noFill/>
          <a:ln/>
        </p:spPr>
        <p:txBody>
          <a:bodyPr wrap="square"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Database Management System | Page 4 of 30 | Confidential ©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BD6642-DD9F-4140-918E-9E87F3357B0A}"/>
              </a:ext>
            </a:extLst>
          </p:cNvPr>
          <p:cNvSpPr txBox="1"/>
          <p:nvPr/>
        </p:nvSpPr>
        <p:spPr>
          <a:xfrm>
            <a:off x="414867" y="1221604"/>
            <a:ext cx="8314266" cy="3590085"/>
          </a:xfrm>
          <a:prstGeom prst="rect">
            <a:avLst/>
          </a:prstGeom>
          <a:noFill/>
        </p:spPr>
        <p:txBody>
          <a:bodyPr wrap="square">
            <a:spAutoFit/>
          </a:bodyPr>
          <a:lstStyle/>
          <a:p>
            <a:pPr marL="0" indent="0">
              <a:lnSpc>
                <a:spcPts val="1600"/>
              </a:lnSpc>
              <a:buNone/>
            </a:pPr>
            <a:r>
              <a:rPr lang="en-US" sz="1800" dirty="0">
                <a:solidFill>
                  <a:srgbClr val="334155"/>
                </a:solidFill>
                <a:latin typeface="Calibri" pitchFamily="34" charset="0"/>
                <a:ea typeface="Calibri" pitchFamily="34" charset="-122"/>
                <a:cs typeface="Calibri" pitchFamily="34" charset="-120"/>
              </a:rPr>
              <a:t>• Multi-Tab Query Editor: Hybrid </a:t>
            </a:r>
            <a:r>
              <a:rPr lang="en-US" sz="1800" dirty="0" err="1">
                <a:solidFill>
                  <a:srgbClr val="334155"/>
                </a:solidFill>
                <a:latin typeface="Calibri" pitchFamily="34" charset="0"/>
                <a:ea typeface="Calibri" pitchFamily="34" charset="-122"/>
                <a:cs typeface="Calibri" pitchFamily="34" charset="-120"/>
              </a:rPr>
              <a:t>LocalStorage</a:t>
            </a:r>
            <a:r>
              <a:rPr lang="en-US" sz="1800" dirty="0">
                <a:solidFill>
                  <a:srgbClr val="334155"/>
                </a:solidFill>
                <a:latin typeface="Calibri" pitchFamily="34" charset="0"/>
                <a:ea typeface="Calibri" pitchFamily="34" charset="-122"/>
                <a:cs typeface="Calibri" pitchFamily="34" charset="-120"/>
              </a:rPr>
              <a:t> + MongoDB synced tabs with syntax highlighting and auto-complete.</a:t>
            </a:r>
            <a:endParaRPr lang="en-US" sz="1800" dirty="0"/>
          </a:p>
          <a:p>
            <a:pPr marL="0" indent="0">
              <a:lnSpc>
                <a:spcPts val="1600"/>
              </a:lnSpc>
              <a:buNone/>
            </a:pPr>
            <a:endParaRPr lang="en-US" sz="1800" dirty="0"/>
          </a:p>
          <a:p>
            <a:pPr marL="0" indent="0">
              <a:lnSpc>
                <a:spcPts val="1600"/>
              </a:lnSpc>
              <a:buNone/>
            </a:pPr>
            <a:r>
              <a:rPr lang="en-US" sz="1800" dirty="0">
                <a:solidFill>
                  <a:srgbClr val="334155"/>
                </a:solidFill>
                <a:latin typeface="Calibri" pitchFamily="34" charset="0"/>
                <a:ea typeface="Calibri" pitchFamily="34" charset="-122"/>
                <a:cs typeface="Calibri" pitchFamily="34" charset="-120"/>
              </a:rPr>
              <a:t>• phpMyAdmin-Style Row Actions: Copy Row, Edit Row, Insert Row, and Direct Delete with live SQL/MQL query previews.</a:t>
            </a:r>
            <a:endParaRPr lang="en-US" sz="1800" dirty="0"/>
          </a:p>
          <a:p>
            <a:pPr marL="0" indent="0">
              <a:lnSpc>
                <a:spcPts val="1600"/>
              </a:lnSpc>
              <a:buNone/>
            </a:pPr>
            <a:endParaRPr lang="en-US" sz="1800" dirty="0"/>
          </a:p>
          <a:p>
            <a:pPr marL="0" indent="0">
              <a:lnSpc>
                <a:spcPts val="1600"/>
              </a:lnSpc>
              <a:buNone/>
            </a:pPr>
            <a:r>
              <a:rPr lang="en-US" sz="1800" dirty="0">
                <a:solidFill>
                  <a:srgbClr val="334155"/>
                </a:solidFill>
                <a:latin typeface="Calibri" pitchFamily="34" charset="0"/>
                <a:ea typeface="Calibri" pitchFamily="34" charset="-122"/>
                <a:cs typeface="Calibri" pitchFamily="34" charset="-120"/>
              </a:rPr>
              <a:t>• Live CDC &amp; </a:t>
            </a:r>
            <a:r>
              <a:rPr lang="en-US" sz="1800" dirty="0" err="1">
                <a:solidFill>
                  <a:srgbClr val="334155"/>
                </a:solidFill>
                <a:latin typeface="Calibri" pitchFamily="34" charset="0"/>
                <a:ea typeface="Calibri" pitchFamily="34" charset="-122"/>
                <a:cs typeface="Calibri" pitchFamily="34" charset="-120"/>
              </a:rPr>
              <a:t>Binlog</a:t>
            </a:r>
            <a:r>
              <a:rPr lang="en-US" sz="1800" dirty="0">
                <a:solidFill>
                  <a:srgbClr val="334155"/>
                </a:solidFill>
                <a:latin typeface="Calibri" pitchFamily="34" charset="0"/>
                <a:ea typeface="Calibri" pitchFamily="34" charset="-122"/>
                <a:cs typeface="Calibri" pitchFamily="34" charset="-120"/>
              </a:rPr>
              <a:t> Streamer: </a:t>
            </a:r>
            <a:r>
              <a:rPr lang="en-US" sz="1800" dirty="0" err="1">
                <a:solidFill>
                  <a:srgbClr val="334155"/>
                </a:solidFill>
                <a:latin typeface="Calibri" pitchFamily="34" charset="0"/>
                <a:ea typeface="Calibri" pitchFamily="34" charset="-122"/>
                <a:cs typeface="Calibri" pitchFamily="34" charset="-120"/>
              </a:rPr>
              <a:t>Websocket</a:t>
            </a:r>
            <a:r>
              <a:rPr lang="en-US" sz="1800" dirty="0">
                <a:solidFill>
                  <a:srgbClr val="334155"/>
                </a:solidFill>
                <a:latin typeface="Calibri" pitchFamily="34" charset="0"/>
                <a:ea typeface="Calibri" pitchFamily="34" charset="-122"/>
                <a:cs typeface="Calibri" pitchFamily="34" charset="-120"/>
              </a:rPr>
              <a:t>-powered audit feed with fine-grained filters for DML, DDL, and Stored Procedures.</a:t>
            </a:r>
            <a:endParaRPr lang="en-US" sz="1800" dirty="0"/>
          </a:p>
          <a:p>
            <a:pPr marL="0" indent="0">
              <a:lnSpc>
                <a:spcPts val="1600"/>
              </a:lnSpc>
              <a:buNone/>
            </a:pPr>
            <a:endParaRPr lang="en-US" sz="1800" dirty="0"/>
          </a:p>
          <a:p>
            <a:pPr marL="0" indent="0">
              <a:lnSpc>
                <a:spcPts val="1600"/>
              </a:lnSpc>
              <a:buNone/>
            </a:pPr>
            <a:r>
              <a:rPr lang="en-US" sz="1800" dirty="0">
                <a:solidFill>
                  <a:srgbClr val="334155"/>
                </a:solidFill>
                <a:latin typeface="Calibri" pitchFamily="34" charset="0"/>
                <a:ea typeface="Calibri" pitchFamily="34" charset="-122"/>
                <a:cs typeface="Calibri" pitchFamily="34" charset="-120"/>
              </a:rPr>
              <a:t>• Performance Telemetry: Recharts CPU, memory, connection pools, and database size breakdown graphs.</a:t>
            </a:r>
            <a:endParaRPr lang="en-US" sz="1800" dirty="0"/>
          </a:p>
          <a:p>
            <a:pPr marL="0" indent="0">
              <a:lnSpc>
                <a:spcPts val="1600"/>
              </a:lnSpc>
              <a:buNone/>
            </a:pPr>
            <a:endParaRPr lang="en-US" sz="1800" dirty="0"/>
          </a:p>
          <a:p>
            <a:pPr marL="0" indent="0">
              <a:lnSpc>
                <a:spcPts val="1600"/>
              </a:lnSpc>
              <a:buNone/>
            </a:pPr>
            <a:r>
              <a:rPr lang="en-US" sz="1800" dirty="0">
                <a:solidFill>
                  <a:srgbClr val="334155"/>
                </a:solidFill>
                <a:latin typeface="Calibri" pitchFamily="34" charset="0"/>
                <a:ea typeface="Calibri" pitchFamily="34" charset="-122"/>
                <a:cs typeface="Calibri" pitchFamily="34" charset="-120"/>
              </a:rPr>
              <a:t>• Automated Slow Query Capture: Automatic profiling of queries &gt;100ms with actionable optimization recommendations.</a:t>
            </a:r>
            <a:endParaRPr lang="en-US" sz="1800" dirty="0"/>
          </a:p>
          <a:p>
            <a:pPr marL="0" indent="0">
              <a:lnSpc>
                <a:spcPts val="1600"/>
              </a:lnSpc>
              <a:buNone/>
            </a:pPr>
            <a:endParaRPr lang="en-US" sz="1800" dirty="0"/>
          </a:p>
          <a:p>
            <a:pPr marL="0" indent="0">
              <a:lnSpc>
                <a:spcPts val="1600"/>
              </a:lnSpc>
              <a:buNone/>
            </a:pPr>
            <a:r>
              <a:rPr lang="en-US" sz="1800" dirty="0">
                <a:solidFill>
                  <a:srgbClr val="334155"/>
                </a:solidFill>
                <a:latin typeface="Calibri" pitchFamily="34" charset="0"/>
                <a:ea typeface="Calibri" pitchFamily="34" charset="-122"/>
                <a:cs typeface="Calibri" pitchFamily="34" charset="-120"/>
              </a:rPr>
              <a:t>• Backup &amp; Restore Engine: Scheduled or on-demand logical database dumps with single-click restoration.</a:t>
            </a:r>
            <a:endParaRPr lang="en-US" sz="1800" dirty="0"/>
          </a:p>
        </p:txBody>
      </p:sp>
      <p:sp>
        <p:nvSpPr>
          <p:cNvPr id="5" name="TextBox 4">
            <a:extLst>
              <a:ext uri="{FF2B5EF4-FFF2-40B4-BE49-F238E27FC236}">
                <a16:creationId xmlns:a16="http://schemas.microsoft.com/office/drawing/2014/main" id="{E960406D-C725-4BAA-99E5-50420181DAFA}"/>
              </a:ext>
            </a:extLst>
          </p:cNvPr>
          <p:cNvSpPr txBox="1"/>
          <p:nvPr/>
        </p:nvSpPr>
        <p:spPr>
          <a:xfrm>
            <a:off x="414867" y="492666"/>
            <a:ext cx="6299200" cy="369332"/>
          </a:xfrm>
          <a:prstGeom prst="rect">
            <a:avLst/>
          </a:prstGeom>
          <a:noFill/>
        </p:spPr>
        <p:txBody>
          <a:bodyPr wrap="square">
            <a:spAutoFit/>
          </a:bodyPr>
          <a:lstStyle/>
          <a:p>
            <a:pPr marL="0" indent="0">
              <a:buNone/>
            </a:pPr>
            <a:r>
              <a:rPr lang="en-US" sz="1800" b="1" dirty="0">
                <a:solidFill>
                  <a:srgbClr val="0D9DA4"/>
                </a:solidFill>
                <a:latin typeface="Arial" pitchFamily="34" charset="0"/>
                <a:ea typeface="Arial" pitchFamily="34" charset="-122"/>
                <a:cs typeface="Arial" pitchFamily="34" charset="-120"/>
              </a:rPr>
              <a:t>1.2 Core Feature Highlights</a:t>
            </a:r>
            <a:endParaRPr lang="en-US" sz="1800" dirty="0"/>
          </a:p>
        </p:txBody>
      </p:sp>
    </p:spTree>
    <p:extLst>
      <p:ext uri="{BB962C8B-B14F-4D97-AF65-F5344CB8AC3E}">
        <p14:creationId xmlns:p14="http://schemas.microsoft.com/office/powerpoint/2010/main" val="3591161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2653" y="91440"/>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548640" y="2862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1.3 Technology Stack &amp; 1.4 User Roles</a:t>
            </a:r>
            <a:endParaRPr lang="en-US" sz="2200" dirty="0"/>
          </a:p>
        </p:txBody>
      </p:sp>
      <p:sp>
        <p:nvSpPr>
          <p:cNvPr id="4" name="Shape 2"/>
          <p:cNvSpPr/>
          <p:nvPr/>
        </p:nvSpPr>
        <p:spPr>
          <a:xfrm flipV="1">
            <a:off x="738554" y="870042"/>
            <a:ext cx="6159786" cy="45720"/>
          </a:xfrm>
          <a:prstGeom prst="rect">
            <a:avLst/>
          </a:prstGeom>
          <a:solidFill>
            <a:srgbClr val="0D9DA4"/>
          </a:solidFill>
          <a:ln w="12700">
            <a:solidFill>
              <a:srgbClr val="0D9DA4"/>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189958097"/>
              </p:ext>
            </p:extLst>
          </p:nvPr>
        </p:nvGraphicFramePr>
        <p:xfrm>
          <a:off x="731520" y="1029760"/>
          <a:ext cx="6159786" cy="3921930"/>
        </p:xfrm>
        <a:graphic>
          <a:graphicData uri="http://schemas.openxmlformats.org/drawingml/2006/table">
            <a:tbl>
              <a:tblPr/>
              <a:tblGrid>
                <a:gridCol w="2053262">
                  <a:extLst>
                    <a:ext uri="{9D8B030D-6E8A-4147-A177-3AD203B41FA5}">
                      <a16:colId xmlns:a16="http://schemas.microsoft.com/office/drawing/2014/main" val="20000"/>
                    </a:ext>
                  </a:extLst>
                </a:gridCol>
                <a:gridCol w="2053262">
                  <a:extLst>
                    <a:ext uri="{9D8B030D-6E8A-4147-A177-3AD203B41FA5}">
                      <a16:colId xmlns:a16="http://schemas.microsoft.com/office/drawing/2014/main" val="20001"/>
                    </a:ext>
                  </a:extLst>
                </a:gridCol>
                <a:gridCol w="2053262">
                  <a:extLst>
                    <a:ext uri="{9D8B030D-6E8A-4147-A177-3AD203B41FA5}">
                      <a16:colId xmlns:a16="http://schemas.microsoft.com/office/drawing/2014/main" val="20002"/>
                    </a:ext>
                  </a:extLst>
                </a:gridCol>
              </a:tblGrid>
              <a:tr h="435770">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Tier / Layer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Technology Component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Operational Function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43577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Frontend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React 19 + Vite 8</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Ultra-fast Single Page Application, HMR, modular bundle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3577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Styling</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Tailwind CSS v3</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Responsive layout, dark/light contrast, custom scrollbars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3577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Charts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Recharts v3</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Interactive real-time CPU, memory, query graphs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3577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Backend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Node.js v24 + Express 5</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Asynchronous non-blocking REST API gateway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3577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WebSockets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Socket.io v4</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Duplex channel for live Binlog CDC and audit streaming</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3577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Metadata DB</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MongoDB + Mongoose 9</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Stores users, access roles, connections, and audit trails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43577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RDBMS Drivers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mysql2, pg, oracledb</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High-throughput native pooled connection drivers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43577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NoSQL Driver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mongodb native v7</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Native MQL query executor, collection pipelines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Text 4"/>
          <p:cNvSpPr/>
          <p:nvPr/>
        </p:nvSpPr>
        <p:spPr>
          <a:xfrm>
            <a:off x="7589520" y="1554480"/>
            <a:ext cx="3474720" cy="365760"/>
          </a:xfrm>
          <a:prstGeom prst="rect">
            <a:avLst/>
          </a:prstGeom>
          <a:noFill/>
          <a:ln/>
        </p:spPr>
        <p:txBody>
          <a:bodyPr wrap="square" rtlCol="0" anchor="ctr"/>
          <a:lstStyle/>
          <a:p>
            <a:pPr marL="0" indent="0">
              <a:buNone/>
            </a:pPr>
            <a:endParaRPr lang="en-US" sz="1300" dirty="0"/>
          </a:p>
        </p:txBody>
      </p:sp>
      <p:sp>
        <p:nvSpPr>
          <p:cNvPr id="8" name="Text 5"/>
          <p:cNvSpPr/>
          <p:nvPr/>
        </p:nvSpPr>
        <p:spPr>
          <a:xfrm>
            <a:off x="7589520" y="2103120"/>
            <a:ext cx="3474720" cy="320040"/>
          </a:xfrm>
          <a:prstGeom prst="rect">
            <a:avLst/>
          </a:prstGeom>
          <a:noFill/>
          <a:ln/>
        </p:spPr>
        <p:txBody>
          <a:bodyPr wrap="square" rtlCol="0" anchor="ctr"/>
          <a:lstStyle/>
          <a:p>
            <a:pPr marL="0" indent="0">
              <a:buNone/>
            </a:pPr>
            <a:endParaRPr lang="en-US" sz="1100" dirty="0"/>
          </a:p>
        </p:txBody>
      </p:sp>
      <p:sp>
        <p:nvSpPr>
          <p:cNvPr id="9" name="Text 6"/>
          <p:cNvSpPr/>
          <p:nvPr/>
        </p:nvSpPr>
        <p:spPr>
          <a:xfrm>
            <a:off x="7589520" y="2423160"/>
            <a:ext cx="3474720" cy="777240"/>
          </a:xfrm>
          <a:prstGeom prst="rect">
            <a:avLst/>
          </a:prstGeom>
          <a:noFill/>
          <a:ln/>
        </p:spPr>
        <p:txBody>
          <a:bodyPr wrap="square" rtlCol="0" anchor="ctr"/>
          <a:lstStyle/>
          <a:p>
            <a:pPr marL="0" indent="0">
              <a:lnSpc>
                <a:spcPts val="1400"/>
              </a:lnSpc>
              <a:buNone/>
            </a:pPr>
            <a:endParaRPr lang="en-US" sz="950" dirty="0"/>
          </a:p>
        </p:txBody>
      </p:sp>
      <p:sp>
        <p:nvSpPr>
          <p:cNvPr id="10" name="Text 7"/>
          <p:cNvSpPr/>
          <p:nvPr/>
        </p:nvSpPr>
        <p:spPr>
          <a:xfrm>
            <a:off x="7589520" y="3337560"/>
            <a:ext cx="3474720" cy="320040"/>
          </a:xfrm>
          <a:prstGeom prst="rect">
            <a:avLst/>
          </a:prstGeom>
          <a:noFill/>
          <a:ln/>
        </p:spPr>
        <p:txBody>
          <a:bodyPr wrap="square" rtlCol="0" anchor="ctr"/>
          <a:lstStyle/>
          <a:p>
            <a:pPr marL="0" indent="0">
              <a:buNone/>
            </a:pPr>
            <a:endParaRPr lang="en-US" sz="1100" dirty="0"/>
          </a:p>
        </p:txBody>
      </p:sp>
      <p:sp>
        <p:nvSpPr>
          <p:cNvPr id="11" name="Text 8"/>
          <p:cNvSpPr/>
          <p:nvPr/>
        </p:nvSpPr>
        <p:spPr>
          <a:xfrm>
            <a:off x="7589520" y="3657600"/>
            <a:ext cx="3474720" cy="777240"/>
          </a:xfrm>
          <a:prstGeom prst="rect">
            <a:avLst/>
          </a:prstGeom>
          <a:noFill/>
          <a:ln/>
        </p:spPr>
        <p:txBody>
          <a:bodyPr wrap="square" rtlCol="0" anchor="ctr"/>
          <a:lstStyle/>
          <a:p>
            <a:pPr marL="0" indent="0">
              <a:lnSpc>
                <a:spcPts val="1400"/>
              </a:lnSpc>
              <a:buNone/>
            </a:pPr>
            <a:endParaRPr lang="en-US" sz="950" dirty="0"/>
          </a:p>
        </p:txBody>
      </p:sp>
      <p:sp>
        <p:nvSpPr>
          <p:cNvPr id="12" name="Text 9"/>
          <p:cNvSpPr/>
          <p:nvPr/>
        </p:nvSpPr>
        <p:spPr>
          <a:xfrm>
            <a:off x="7589520" y="4572000"/>
            <a:ext cx="3474720" cy="320040"/>
          </a:xfrm>
          <a:prstGeom prst="rect">
            <a:avLst/>
          </a:prstGeom>
          <a:noFill/>
          <a:ln/>
        </p:spPr>
        <p:txBody>
          <a:bodyPr wrap="square" rtlCol="0" anchor="ctr"/>
          <a:lstStyle/>
          <a:p>
            <a:pPr marL="0" indent="0">
              <a:buNone/>
            </a:pPr>
            <a:endParaRPr lang="en-US" sz="1100" dirty="0"/>
          </a:p>
        </p:txBody>
      </p:sp>
      <p:sp>
        <p:nvSpPr>
          <p:cNvPr id="13" name="Text 10"/>
          <p:cNvSpPr/>
          <p:nvPr/>
        </p:nvSpPr>
        <p:spPr>
          <a:xfrm>
            <a:off x="7589520" y="4892040"/>
            <a:ext cx="3474720" cy="777240"/>
          </a:xfrm>
          <a:prstGeom prst="rect">
            <a:avLst/>
          </a:prstGeom>
          <a:noFill/>
          <a:ln/>
        </p:spPr>
        <p:txBody>
          <a:bodyPr wrap="square" rtlCol="0" anchor="ctr"/>
          <a:lstStyle/>
          <a:p>
            <a:pPr marL="0" indent="0">
              <a:lnSpc>
                <a:spcPts val="1400"/>
              </a:lnSpc>
              <a:buNone/>
            </a:pPr>
            <a:endParaRPr lang="en-US" sz="950" dirty="0"/>
          </a:p>
        </p:txBody>
      </p:sp>
      <p:sp>
        <p:nvSpPr>
          <p:cNvPr id="14" name="Text 11"/>
          <p:cNvSpPr/>
          <p:nvPr/>
        </p:nvSpPr>
        <p:spPr>
          <a:xfrm>
            <a:off x="646741" y="4916263"/>
            <a:ext cx="10515600" cy="274320"/>
          </a:xfrm>
          <a:prstGeom prst="rect">
            <a:avLst/>
          </a:prstGeom>
          <a:noFill/>
          <a:ln/>
        </p:spPr>
        <p:txBody>
          <a:bodyPr wrap="square" rtlCol="0" anchor="ctr"/>
          <a:lstStyle/>
          <a:p>
            <a:pPr marL="0" indent="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380739-47C3-45C2-9725-8D2995D688DF}"/>
              </a:ext>
            </a:extLst>
          </p:cNvPr>
          <p:cNvPicPr>
            <a:picLocks noChangeAspect="1"/>
          </p:cNvPicPr>
          <p:nvPr/>
        </p:nvPicPr>
        <p:blipFill>
          <a:blip r:embed="rId2"/>
          <a:stretch>
            <a:fillRect/>
          </a:stretch>
        </p:blipFill>
        <p:spPr>
          <a:xfrm>
            <a:off x="1392071" y="2212614"/>
            <a:ext cx="7751929" cy="2963878"/>
          </a:xfrm>
          <a:prstGeom prst="rect">
            <a:avLst/>
          </a:prstGeom>
        </p:spPr>
      </p:pic>
      <p:sp>
        <p:nvSpPr>
          <p:cNvPr id="5" name="TextBox 4">
            <a:extLst>
              <a:ext uri="{FF2B5EF4-FFF2-40B4-BE49-F238E27FC236}">
                <a16:creationId xmlns:a16="http://schemas.microsoft.com/office/drawing/2014/main" id="{33C9D0A2-0469-4377-A750-F138110F0A78}"/>
              </a:ext>
            </a:extLst>
          </p:cNvPr>
          <p:cNvSpPr txBox="1"/>
          <p:nvPr/>
        </p:nvSpPr>
        <p:spPr>
          <a:xfrm>
            <a:off x="245659" y="67872"/>
            <a:ext cx="8352432" cy="1692771"/>
          </a:xfrm>
          <a:prstGeom prst="rect">
            <a:avLst/>
          </a:prstGeom>
          <a:noFill/>
        </p:spPr>
        <p:txBody>
          <a:bodyPr wrap="square">
            <a:spAutoFit/>
          </a:bodyPr>
          <a:lstStyle/>
          <a:p>
            <a:pPr algn="l"/>
            <a:r>
              <a:rPr lang="en-US" sz="2000" b="1" i="0" dirty="0">
                <a:effectLst/>
                <a:latin typeface="Segoe WPC"/>
              </a:rPr>
              <a:t> </a:t>
            </a:r>
            <a:r>
              <a:rPr lang="en-US" sz="1600" b="1" i="0" dirty="0">
                <a:effectLst/>
                <a:latin typeface="Segoe WPC"/>
              </a:rPr>
              <a:t>1: Secure User Login</a:t>
            </a:r>
            <a:br>
              <a:rPr lang="en-US" sz="1400" b="1" i="0" dirty="0">
                <a:effectLst/>
                <a:latin typeface="Segoe WPC"/>
              </a:rPr>
            </a:br>
            <a:endParaRPr lang="en-US" sz="1400" b="1" i="0" dirty="0">
              <a:effectLst/>
              <a:latin typeface="Segoe WPC"/>
            </a:endParaRPr>
          </a:p>
          <a:p>
            <a:pPr algn="l"/>
            <a:r>
              <a:rPr lang="en-US" sz="1000" b="0" i="0" dirty="0">
                <a:effectLst/>
                <a:latin typeface="Segoe WPC"/>
              </a:rPr>
              <a:t>Users sign in to the database management platform using their registered email address and password.</a:t>
            </a:r>
          </a:p>
          <a:p>
            <a:pPr algn="l"/>
            <a:r>
              <a:rPr lang="en-US" sz="1600" b="1" i="0" dirty="0">
                <a:effectLst/>
                <a:latin typeface="Segoe WPC"/>
              </a:rPr>
              <a:t> </a:t>
            </a:r>
            <a:r>
              <a:rPr lang="en-US" sz="1200" b="1" i="0" dirty="0">
                <a:effectLst/>
                <a:latin typeface="Segoe WPC"/>
              </a:rPr>
              <a:t>1.2: Login Process</a:t>
            </a:r>
          </a:p>
          <a:p>
            <a:pPr algn="l">
              <a:buFont typeface="+mj-lt"/>
              <a:buAutoNum type="arabicPeriod"/>
            </a:pPr>
            <a:r>
              <a:rPr lang="en-US" sz="1000" b="0" i="0" dirty="0">
                <a:effectLst/>
                <a:latin typeface="Segoe WPC"/>
              </a:rPr>
              <a:t>User enters email and password.</a:t>
            </a:r>
          </a:p>
          <a:p>
            <a:pPr algn="l">
              <a:buFont typeface="+mj-lt"/>
              <a:buAutoNum type="arabicPeriod"/>
            </a:pPr>
            <a:r>
              <a:rPr lang="en-US" sz="1000" b="0" i="0" dirty="0">
                <a:effectLst/>
                <a:latin typeface="Segoe WPC"/>
              </a:rPr>
              <a:t>System verifies the credentials.</a:t>
            </a:r>
          </a:p>
          <a:p>
            <a:pPr algn="l">
              <a:buFont typeface="+mj-lt"/>
              <a:buAutoNum type="arabicPeriod"/>
            </a:pPr>
            <a:r>
              <a:rPr lang="en-US" sz="1000" b="0" i="0" dirty="0">
                <a:effectLst/>
                <a:latin typeface="Segoe WPC"/>
              </a:rPr>
              <a:t>If valid, the system issues an authentication token.</a:t>
            </a:r>
          </a:p>
          <a:p>
            <a:pPr algn="l">
              <a:buFont typeface="+mj-lt"/>
              <a:buAutoNum type="arabicPeriod"/>
            </a:pPr>
            <a:r>
              <a:rPr lang="en-US" sz="1000" b="0" i="0" dirty="0">
                <a:effectLst/>
                <a:latin typeface="Segoe WPC"/>
              </a:rPr>
              <a:t>User is redirected to the Dashboard.</a:t>
            </a:r>
          </a:p>
        </p:txBody>
      </p:sp>
      <p:sp>
        <p:nvSpPr>
          <p:cNvPr id="7" name="TextBox 6">
            <a:extLst>
              <a:ext uri="{FF2B5EF4-FFF2-40B4-BE49-F238E27FC236}">
                <a16:creationId xmlns:a16="http://schemas.microsoft.com/office/drawing/2014/main" id="{EA339F6D-E590-4F8C-B25D-0CACFCC9AE39}"/>
              </a:ext>
            </a:extLst>
          </p:cNvPr>
          <p:cNvSpPr txBox="1"/>
          <p:nvPr/>
        </p:nvSpPr>
        <p:spPr>
          <a:xfrm>
            <a:off x="245659" y="1648420"/>
            <a:ext cx="6107374" cy="923330"/>
          </a:xfrm>
          <a:prstGeom prst="rect">
            <a:avLst/>
          </a:prstGeom>
          <a:noFill/>
        </p:spPr>
        <p:txBody>
          <a:bodyPr wrap="square">
            <a:spAutoFit/>
          </a:bodyPr>
          <a:lstStyle/>
          <a:p>
            <a:pPr algn="l"/>
            <a:r>
              <a:rPr lang="en-US" sz="1200" b="1" i="0" dirty="0">
                <a:effectLst/>
                <a:latin typeface="Segoe WPC"/>
              </a:rPr>
              <a:t>Slide 3: Authentication &amp; Access</a:t>
            </a:r>
          </a:p>
          <a:p>
            <a:pPr algn="l">
              <a:buFont typeface="Arial" panose="020B0604020202020204" pitchFamily="34" charset="0"/>
              <a:buChar char="•"/>
            </a:pPr>
            <a:r>
              <a:rPr lang="en-US" sz="1000" b="0" i="0" dirty="0">
                <a:effectLst/>
                <a:latin typeface="Segoe WPC"/>
              </a:rPr>
              <a:t>The token is stored for authenticated API requests.</a:t>
            </a:r>
          </a:p>
          <a:p>
            <a:pPr algn="l">
              <a:buFont typeface="Arial" panose="020B0604020202020204" pitchFamily="34" charset="0"/>
              <a:buChar char="•"/>
            </a:pPr>
            <a:r>
              <a:rPr lang="en-US" sz="1000" b="0" i="0" dirty="0">
                <a:effectLst/>
                <a:latin typeface="Segoe WPC"/>
              </a:rPr>
              <a:t>Protected pages require a valid login.</a:t>
            </a:r>
          </a:p>
          <a:p>
            <a:pPr algn="l">
              <a:buFont typeface="Arial" panose="020B0604020202020204" pitchFamily="34" charset="0"/>
              <a:buChar char="•"/>
            </a:pPr>
            <a:r>
              <a:rPr lang="en-US" sz="1000" b="0" i="0" dirty="0">
                <a:effectLst/>
                <a:latin typeface="Segoe WPC"/>
              </a:rPr>
              <a:t>Admin-only pages check the user’s role.</a:t>
            </a:r>
          </a:p>
          <a:p>
            <a:pPr algn="l">
              <a:buFont typeface="Arial" panose="020B0604020202020204" pitchFamily="34" charset="0"/>
              <a:buChar char="•"/>
            </a:pPr>
            <a:r>
              <a:rPr lang="en-US" sz="1000" b="0" i="0" dirty="0">
                <a:effectLst/>
                <a:latin typeface="Segoe WPC"/>
              </a:rPr>
              <a:t>Invalid credentials display an error message.</a:t>
            </a:r>
          </a:p>
        </p:txBody>
      </p:sp>
      <p:sp>
        <p:nvSpPr>
          <p:cNvPr id="6" name="Shape 2">
            <a:extLst>
              <a:ext uri="{FF2B5EF4-FFF2-40B4-BE49-F238E27FC236}">
                <a16:creationId xmlns:a16="http://schemas.microsoft.com/office/drawing/2014/main" id="{CB13F850-2CDC-4681-8760-0636AB812A34}"/>
              </a:ext>
            </a:extLst>
          </p:cNvPr>
          <p:cNvSpPr/>
          <p:nvPr/>
        </p:nvSpPr>
        <p:spPr>
          <a:xfrm flipV="1">
            <a:off x="403974" y="508377"/>
            <a:ext cx="5682927" cy="45719"/>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354346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5EF23C-734F-40E1-A54D-335094E6641C}"/>
              </a:ext>
            </a:extLst>
          </p:cNvPr>
          <p:cNvPicPr>
            <a:picLocks noChangeAspect="1"/>
          </p:cNvPicPr>
          <p:nvPr/>
        </p:nvPicPr>
        <p:blipFill>
          <a:blip r:embed="rId2"/>
          <a:stretch>
            <a:fillRect/>
          </a:stretch>
        </p:blipFill>
        <p:spPr>
          <a:xfrm>
            <a:off x="1214650" y="1928261"/>
            <a:ext cx="6714699" cy="3215239"/>
          </a:xfrm>
          <a:prstGeom prst="rect">
            <a:avLst/>
          </a:prstGeom>
        </p:spPr>
      </p:pic>
      <p:sp>
        <p:nvSpPr>
          <p:cNvPr id="5" name="TextBox 4">
            <a:extLst>
              <a:ext uri="{FF2B5EF4-FFF2-40B4-BE49-F238E27FC236}">
                <a16:creationId xmlns:a16="http://schemas.microsoft.com/office/drawing/2014/main" id="{98CA6ADA-EEA9-4C12-B7E4-82B80276E817}"/>
              </a:ext>
            </a:extLst>
          </p:cNvPr>
          <p:cNvSpPr txBox="1"/>
          <p:nvPr/>
        </p:nvSpPr>
        <p:spPr>
          <a:xfrm>
            <a:off x="204716" y="122409"/>
            <a:ext cx="4572000" cy="369332"/>
          </a:xfrm>
          <a:prstGeom prst="rect">
            <a:avLst/>
          </a:prstGeom>
          <a:noFill/>
        </p:spPr>
        <p:txBody>
          <a:bodyPr wrap="square">
            <a:spAutoFit/>
          </a:bodyPr>
          <a:lstStyle/>
          <a:p>
            <a:pPr algn="l"/>
            <a:r>
              <a:rPr lang="en-US" b="1" dirty="0">
                <a:latin typeface="Segoe WPC"/>
              </a:rPr>
              <a:t>2</a:t>
            </a:r>
            <a:r>
              <a:rPr lang="en-US" b="1" i="0" dirty="0">
                <a:effectLst/>
                <a:latin typeface="Segoe WPC"/>
              </a:rPr>
              <a:t>: Connections Dashboard</a:t>
            </a:r>
          </a:p>
        </p:txBody>
      </p:sp>
      <p:sp>
        <p:nvSpPr>
          <p:cNvPr id="7" name="TextBox 6">
            <a:extLst>
              <a:ext uri="{FF2B5EF4-FFF2-40B4-BE49-F238E27FC236}">
                <a16:creationId xmlns:a16="http://schemas.microsoft.com/office/drawing/2014/main" id="{E6187AC3-C975-49D7-B484-9E7A0BF27CBB}"/>
              </a:ext>
            </a:extLst>
          </p:cNvPr>
          <p:cNvSpPr txBox="1"/>
          <p:nvPr/>
        </p:nvSpPr>
        <p:spPr>
          <a:xfrm>
            <a:off x="266132" y="587275"/>
            <a:ext cx="8338782" cy="261610"/>
          </a:xfrm>
          <a:prstGeom prst="rect">
            <a:avLst/>
          </a:prstGeom>
          <a:noFill/>
        </p:spPr>
        <p:txBody>
          <a:bodyPr wrap="square">
            <a:spAutoFit/>
          </a:bodyPr>
          <a:lstStyle/>
          <a:p>
            <a:r>
              <a:rPr lang="en-US" sz="1100" b="0" i="0" dirty="0">
                <a:effectLst/>
                <a:latin typeface="Segoe WPC"/>
              </a:rPr>
              <a:t>The Connections tab gives users a central view of their saved database connections and a quick way to open or manage them.</a:t>
            </a:r>
            <a:endParaRPr lang="en-US" sz="1100" dirty="0"/>
          </a:p>
        </p:txBody>
      </p:sp>
      <p:sp>
        <p:nvSpPr>
          <p:cNvPr id="9" name="TextBox 8">
            <a:extLst>
              <a:ext uri="{FF2B5EF4-FFF2-40B4-BE49-F238E27FC236}">
                <a16:creationId xmlns:a16="http://schemas.microsoft.com/office/drawing/2014/main" id="{D331E2AB-A30D-45FB-877E-BEAC3FE55166}"/>
              </a:ext>
            </a:extLst>
          </p:cNvPr>
          <p:cNvSpPr txBox="1"/>
          <p:nvPr/>
        </p:nvSpPr>
        <p:spPr>
          <a:xfrm>
            <a:off x="266132" y="848885"/>
            <a:ext cx="6291617" cy="877163"/>
          </a:xfrm>
          <a:prstGeom prst="rect">
            <a:avLst/>
          </a:prstGeom>
          <a:noFill/>
        </p:spPr>
        <p:txBody>
          <a:bodyPr wrap="square">
            <a:spAutoFit/>
          </a:bodyPr>
          <a:lstStyle/>
          <a:p>
            <a:pPr algn="l"/>
            <a:r>
              <a:rPr lang="en-US" b="1" i="0" dirty="0">
                <a:effectLst/>
                <a:latin typeface="Segoe WPC"/>
              </a:rPr>
              <a:t>1.1 Connection Overview</a:t>
            </a:r>
          </a:p>
          <a:p>
            <a:pPr algn="l">
              <a:buFont typeface="Arial" panose="020B0604020202020204" pitchFamily="34" charset="0"/>
              <a:buChar char="•"/>
            </a:pPr>
            <a:r>
              <a:rPr lang="en-US" sz="1100" b="0" i="0" dirty="0">
                <a:effectLst/>
                <a:latin typeface="Segoe WPC"/>
              </a:rPr>
              <a:t>Displays the total number of saved connections.</a:t>
            </a:r>
          </a:p>
          <a:p>
            <a:pPr algn="l">
              <a:buFont typeface="Arial" panose="020B0604020202020204" pitchFamily="34" charset="0"/>
              <a:buChar char="•"/>
            </a:pPr>
            <a:r>
              <a:rPr lang="en-US" sz="1100" b="0" i="0" dirty="0">
                <a:effectLst/>
                <a:latin typeface="Segoe WPC"/>
              </a:rPr>
              <a:t>Shows connection counts by database type: MySQL, PostgreSQL, MongoDB, and Oracle.</a:t>
            </a:r>
          </a:p>
          <a:p>
            <a:pPr algn="l">
              <a:buFont typeface="Arial" panose="020B0604020202020204" pitchFamily="34" charset="0"/>
              <a:buChar char="•"/>
            </a:pPr>
            <a:r>
              <a:rPr lang="en-US" sz="1100" b="0" i="0" dirty="0">
                <a:effectLst/>
                <a:latin typeface="Segoe WPC"/>
              </a:rPr>
              <a:t>Each connection card shows its name, database type, host, and database name where available.</a:t>
            </a:r>
          </a:p>
        </p:txBody>
      </p:sp>
      <p:sp>
        <p:nvSpPr>
          <p:cNvPr id="6" name="Shape 2">
            <a:extLst>
              <a:ext uri="{FF2B5EF4-FFF2-40B4-BE49-F238E27FC236}">
                <a16:creationId xmlns:a16="http://schemas.microsoft.com/office/drawing/2014/main" id="{3D94F9FD-88A0-40C1-9FC3-90E8B86450E1}"/>
              </a:ext>
            </a:extLst>
          </p:cNvPr>
          <p:cNvSpPr/>
          <p:nvPr/>
        </p:nvSpPr>
        <p:spPr>
          <a:xfrm flipV="1">
            <a:off x="332047" y="491741"/>
            <a:ext cx="6159786" cy="45720"/>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3364184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2139C9-E759-48DC-8EA7-CEFA873C8273}"/>
              </a:ext>
            </a:extLst>
          </p:cNvPr>
          <p:cNvPicPr>
            <a:picLocks noChangeAspect="1"/>
          </p:cNvPicPr>
          <p:nvPr/>
        </p:nvPicPr>
        <p:blipFill>
          <a:blip r:embed="rId2"/>
          <a:stretch>
            <a:fillRect/>
          </a:stretch>
        </p:blipFill>
        <p:spPr>
          <a:xfrm>
            <a:off x="3364173" y="84984"/>
            <a:ext cx="5602406" cy="3821373"/>
          </a:xfrm>
          <a:prstGeom prst="rect">
            <a:avLst/>
          </a:prstGeom>
        </p:spPr>
      </p:pic>
      <p:sp>
        <p:nvSpPr>
          <p:cNvPr id="5" name="TextBox 4">
            <a:extLst>
              <a:ext uri="{FF2B5EF4-FFF2-40B4-BE49-F238E27FC236}">
                <a16:creationId xmlns:a16="http://schemas.microsoft.com/office/drawing/2014/main" id="{77003C2A-A999-47FA-A334-9F33E7D03686}"/>
              </a:ext>
            </a:extLst>
          </p:cNvPr>
          <p:cNvSpPr txBox="1"/>
          <p:nvPr/>
        </p:nvSpPr>
        <p:spPr>
          <a:xfrm>
            <a:off x="0" y="84984"/>
            <a:ext cx="3541594" cy="3539430"/>
          </a:xfrm>
          <a:prstGeom prst="rect">
            <a:avLst/>
          </a:prstGeom>
          <a:noFill/>
        </p:spPr>
        <p:txBody>
          <a:bodyPr wrap="square">
            <a:spAutoFit/>
          </a:bodyPr>
          <a:lstStyle/>
          <a:p>
            <a:r>
              <a:rPr lang="en-US" b="1" i="0" dirty="0">
                <a:solidFill>
                  <a:srgbClr val="BFBFBF"/>
                </a:solidFill>
                <a:effectLst/>
                <a:latin typeface="Segoe WPC"/>
              </a:rPr>
              <a:t> </a:t>
            </a:r>
            <a:r>
              <a:rPr lang="en-US" b="1" i="0" dirty="0">
                <a:effectLst/>
                <a:latin typeface="Segoe WPC"/>
              </a:rPr>
              <a:t>3: Application Audit Logs</a:t>
            </a:r>
            <a:br>
              <a:rPr lang="en-US" b="1" i="0" dirty="0">
                <a:effectLst/>
                <a:highlight>
                  <a:srgbClr val="FFFF00"/>
                </a:highlight>
                <a:latin typeface="Segoe WPC"/>
              </a:rPr>
            </a:br>
            <a:endParaRPr lang="en-US" b="1" i="0" dirty="0">
              <a:effectLst/>
              <a:highlight>
                <a:srgbClr val="FFFF00"/>
              </a:highlight>
              <a:latin typeface="Segoe WPC"/>
            </a:endParaRPr>
          </a:p>
          <a:p>
            <a:pPr algn="l"/>
            <a:r>
              <a:rPr lang="en-US" sz="1200" b="0" i="0" dirty="0">
                <a:effectLst/>
                <a:latin typeface="Segoe WPC"/>
              </a:rPr>
              <a:t>A centralized activity trail that helps administrators review important user and database operations across the system.</a:t>
            </a:r>
          </a:p>
          <a:p>
            <a:pPr algn="l"/>
            <a:r>
              <a:rPr lang="en-US" sz="1600" b="1" i="0" dirty="0">
                <a:effectLst/>
                <a:latin typeface="Segoe WPC"/>
              </a:rPr>
              <a:t>1.2: What Is Recorded?</a:t>
            </a:r>
          </a:p>
          <a:p>
            <a:pPr algn="l"/>
            <a:r>
              <a:rPr lang="en-US" sz="1200" b="0" i="0" dirty="0">
                <a:effectLst/>
                <a:latin typeface="Segoe WPC"/>
              </a:rPr>
              <a:t>Each log can show:</a:t>
            </a:r>
          </a:p>
          <a:p>
            <a:pPr algn="l">
              <a:buFont typeface="Arial" panose="020B0604020202020204" pitchFamily="34" charset="0"/>
              <a:buChar char="•"/>
            </a:pPr>
            <a:r>
              <a:rPr lang="en-US" sz="1200" b="0" i="0" dirty="0">
                <a:effectLst/>
                <a:latin typeface="Segoe WPC"/>
              </a:rPr>
              <a:t>Timestamp</a:t>
            </a:r>
          </a:p>
          <a:p>
            <a:pPr algn="l">
              <a:buFont typeface="Arial" panose="020B0604020202020204" pitchFamily="34" charset="0"/>
              <a:buChar char="•"/>
            </a:pPr>
            <a:r>
              <a:rPr lang="en-US" sz="1200" b="0" i="0" dirty="0">
                <a:effectLst/>
                <a:latin typeface="Segoe WPC"/>
              </a:rPr>
              <a:t>User name, email, and role</a:t>
            </a:r>
          </a:p>
          <a:p>
            <a:pPr algn="l">
              <a:buFont typeface="Arial" panose="020B0604020202020204" pitchFamily="34" charset="0"/>
              <a:buChar char="•"/>
            </a:pPr>
            <a:r>
              <a:rPr lang="en-US" sz="1200" b="0" i="0" dirty="0">
                <a:effectLst/>
                <a:latin typeface="Segoe WPC"/>
              </a:rPr>
              <a:t>Connection or system target</a:t>
            </a:r>
          </a:p>
          <a:p>
            <a:pPr algn="l">
              <a:buFont typeface="Arial" panose="020B0604020202020204" pitchFamily="34" charset="0"/>
              <a:buChar char="•"/>
            </a:pPr>
            <a:r>
              <a:rPr lang="en-US" sz="1200" b="0" i="0" dirty="0">
                <a:effectLst/>
                <a:latin typeface="Segoe WPC"/>
              </a:rPr>
              <a:t>Action category</a:t>
            </a:r>
          </a:p>
          <a:p>
            <a:pPr algn="l">
              <a:buFont typeface="Arial" panose="020B0604020202020204" pitchFamily="34" charset="0"/>
              <a:buChar char="•"/>
            </a:pPr>
            <a:r>
              <a:rPr lang="en-US" sz="1200" b="0" i="0" dirty="0">
                <a:effectLst/>
                <a:latin typeface="Segoe WPC"/>
              </a:rPr>
              <a:t>Operation details</a:t>
            </a:r>
          </a:p>
          <a:p>
            <a:pPr algn="l"/>
            <a:r>
              <a:rPr lang="en-US" sz="1200" b="0" i="0" dirty="0">
                <a:effectLst/>
                <a:latin typeface="Segoe WPC"/>
              </a:rPr>
              <a:t>Examples of logged actions include login/logout, query execution, connection changes, backup operations, and database-user management.</a:t>
            </a:r>
          </a:p>
          <a:p>
            <a:pPr algn="l"/>
            <a:r>
              <a:rPr lang="en-US" sz="1600" b="1" i="0" dirty="0">
                <a:effectLst/>
                <a:latin typeface="Segoe WPC"/>
              </a:rPr>
              <a:t> 3: Search and Filter</a:t>
            </a:r>
          </a:p>
          <a:p>
            <a:pPr algn="l"/>
            <a:r>
              <a:rPr lang="en-US" sz="1200" b="0" i="0" dirty="0">
                <a:effectLst/>
                <a:latin typeface="Segoe WPC"/>
              </a:rPr>
              <a:t>Administrators can narrow down the logs by:</a:t>
            </a:r>
          </a:p>
        </p:txBody>
      </p:sp>
      <p:sp>
        <p:nvSpPr>
          <p:cNvPr id="7" name="TextBox 6">
            <a:extLst>
              <a:ext uri="{FF2B5EF4-FFF2-40B4-BE49-F238E27FC236}">
                <a16:creationId xmlns:a16="http://schemas.microsoft.com/office/drawing/2014/main" id="{09B3A8B0-AC6C-4BA0-A4D6-BC998DA4F0D0}"/>
              </a:ext>
            </a:extLst>
          </p:cNvPr>
          <p:cNvSpPr txBox="1"/>
          <p:nvPr/>
        </p:nvSpPr>
        <p:spPr>
          <a:xfrm>
            <a:off x="88710" y="3414800"/>
            <a:ext cx="3364173" cy="1231106"/>
          </a:xfrm>
          <a:prstGeom prst="rect">
            <a:avLst/>
          </a:prstGeom>
          <a:noFill/>
        </p:spPr>
        <p:txBody>
          <a:bodyPr wrap="square">
            <a:spAutoFit/>
          </a:bodyPr>
          <a:lstStyle/>
          <a:p>
            <a:pPr lvl="2">
              <a:buFont typeface="Arial" panose="020B0604020202020204" pitchFamily="34" charset="0"/>
              <a:buChar char="•"/>
            </a:pPr>
            <a:r>
              <a:rPr lang="en-US" sz="1400" b="0" i="0" dirty="0">
                <a:solidFill>
                  <a:schemeClr val="accent1">
                    <a:lumMod val="75000"/>
                  </a:schemeClr>
                </a:solidFill>
                <a:effectLst/>
                <a:latin typeface="Segoe WPC"/>
              </a:rPr>
              <a:t>User and role</a:t>
            </a:r>
          </a:p>
          <a:p>
            <a:pPr algn="l">
              <a:buFont typeface="Arial" panose="020B0604020202020204" pitchFamily="34" charset="0"/>
              <a:buChar char="•"/>
            </a:pPr>
            <a:r>
              <a:rPr lang="en-US" sz="1200" b="0" i="0" dirty="0">
                <a:effectLst/>
                <a:latin typeface="Segoe WPC"/>
              </a:rPr>
              <a:t>Connection</a:t>
            </a:r>
          </a:p>
          <a:p>
            <a:pPr algn="l">
              <a:buFont typeface="Arial" panose="020B0604020202020204" pitchFamily="34" charset="0"/>
              <a:buChar char="•"/>
            </a:pPr>
            <a:r>
              <a:rPr lang="en-US" sz="1200" b="0" i="0" dirty="0">
                <a:effectLst/>
                <a:latin typeface="Segoe WPC"/>
              </a:rPr>
              <a:t>Action category</a:t>
            </a:r>
          </a:p>
          <a:p>
            <a:pPr algn="l">
              <a:buFont typeface="Arial" panose="020B0604020202020204" pitchFamily="34" charset="0"/>
              <a:buChar char="•"/>
            </a:pPr>
            <a:r>
              <a:rPr lang="en-US" sz="1200" b="0" i="0" dirty="0">
                <a:effectLst/>
                <a:latin typeface="Segoe WPC"/>
              </a:rPr>
              <a:t>Date range</a:t>
            </a:r>
          </a:p>
          <a:p>
            <a:pPr algn="l">
              <a:buFont typeface="Arial" panose="020B0604020202020204" pitchFamily="34" charset="0"/>
              <a:buChar char="•"/>
            </a:pPr>
            <a:r>
              <a:rPr lang="en-US" sz="1200" b="0" i="0" dirty="0">
                <a:effectLst/>
                <a:latin typeface="Segoe WPC"/>
              </a:rPr>
              <a:t>Query type</a:t>
            </a:r>
          </a:p>
          <a:p>
            <a:pPr>
              <a:buFont typeface="Arial" panose="020B0604020202020204" pitchFamily="34" charset="0"/>
              <a:buChar char="•"/>
            </a:pPr>
            <a:r>
              <a:rPr lang="en-US" sz="1200" b="0" i="0" dirty="0">
                <a:effectLst/>
                <a:latin typeface="Segoe WPC"/>
              </a:rPr>
              <a:t>Search text</a:t>
            </a:r>
          </a:p>
        </p:txBody>
      </p:sp>
      <p:sp>
        <p:nvSpPr>
          <p:cNvPr id="9" name="TextBox 8">
            <a:extLst>
              <a:ext uri="{FF2B5EF4-FFF2-40B4-BE49-F238E27FC236}">
                <a16:creationId xmlns:a16="http://schemas.microsoft.com/office/drawing/2014/main" id="{D752736B-D5AF-4D54-8A07-D7FB27EE8875}"/>
              </a:ext>
            </a:extLst>
          </p:cNvPr>
          <p:cNvSpPr txBox="1"/>
          <p:nvPr/>
        </p:nvSpPr>
        <p:spPr>
          <a:xfrm>
            <a:off x="3541594" y="4113405"/>
            <a:ext cx="3765075" cy="861774"/>
          </a:xfrm>
          <a:prstGeom prst="rect">
            <a:avLst/>
          </a:prstGeom>
          <a:noFill/>
        </p:spPr>
        <p:txBody>
          <a:bodyPr wrap="square">
            <a:spAutoFit/>
          </a:bodyPr>
          <a:lstStyle/>
          <a:p>
            <a:pPr algn="l"/>
            <a:r>
              <a:rPr lang="en-US" sz="1400" b="1" i="0" dirty="0">
                <a:effectLst/>
                <a:latin typeface="Segoe WPC"/>
              </a:rPr>
              <a:t>Slide 4: Review and Export</a:t>
            </a:r>
          </a:p>
          <a:p>
            <a:pPr algn="l">
              <a:buFont typeface="Arial" panose="020B0604020202020204" pitchFamily="34" charset="0"/>
              <a:buChar char="•"/>
            </a:pPr>
            <a:r>
              <a:rPr lang="en-US" sz="1200" b="0" i="0" dirty="0">
                <a:effectLst/>
                <a:latin typeface="Segoe WPC"/>
              </a:rPr>
              <a:t>Review matching events in a paginated table.</a:t>
            </a:r>
          </a:p>
          <a:p>
            <a:pPr algn="l">
              <a:buFont typeface="Arial" panose="020B0604020202020204" pitchFamily="34" charset="0"/>
              <a:buChar char="•"/>
            </a:pPr>
            <a:r>
              <a:rPr lang="en-US" sz="1200" b="0" i="0" dirty="0">
                <a:effectLst/>
                <a:latin typeface="Segoe WPC"/>
              </a:rPr>
              <a:t>Expand entries to inspect operation details.</a:t>
            </a:r>
          </a:p>
          <a:p>
            <a:pPr algn="l">
              <a:buFont typeface="Arial" panose="020B0604020202020204" pitchFamily="34" charset="0"/>
              <a:buChar char="•"/>
            </a:pPr>
            <a:r>
              <a:rPr lang="en-US" sz="1200" b="0" i="0" dirty="0">
                <a:effectLst/>
                <a:latin typeface="Segoe WPC"/>
              </a:rPr>
              <a:t>Export the logs as a CSV file or PDF report.</a:t>
            </a:r>
          </a:p>
        </p:txBody>
      </p:sp>
      <p:sp>
        <p:nvSpPr>
          <p:cNvPr id="6" name="Shape 2">
            <a:extLst>
              <a:ext uri="{FF2B5EF4-FFF2-40B4-BE49-F238E27FC236}">
                <a16:creationId xmlns:a16="http://schemas.microsoft.com/office/drawing/2014/main" id="{3B238D17-6559-49A5-B9BE-EA52D3F61018}"/>
              </a:ext>
            </a:extLst>
          </p:cNvPr>
          <p:cNvSpPr/>
          <p:nvPr/>
        </p:nvSpPr>
        <p:spPr>
          <a:xfrm flipV="1">
            <a:off x="88710" y="507828"/>
            <a:ext cx="2866030" cy="45720"/>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369359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565284-4677-4FD2-8459-77920EE5E98F}"/>
              </a:ext>
            </a:extLst>
          </p:cNvPr>
          <p:cNvPicPr>
            <a:picLocks noChangeAspect="1"/>
          </p:cNvPicPr>
          <p:nvPr/>
        </p:nvPicPr>
        <p:blipFill>
          <a:blip r:embed="rId2"/>
          <a:stretch>
            <a:fillRect/>
          </a:stretch>
        </p:blipFill>
        <p:spPr>
          <a:xfrm>
            <a:off x="3732663" y="1207826"/>
            <a:ext cx="5152025" cy="3860611"/>
          </a:xfrm>
          <a:prstGeom prst="rect">
            <a:avLst/>
          </a:prstGeom>
        </p:spPr>
      </p:pic>
      <p:sp>
        <p:nvSpPr>
          <p:cNvPr id="5" name="TextBox 4">
            <a:extLst>
              <a:ext uri="{FF2B5EF4-FFF2-40B4-BE49-F238E27FC236}">
                <a16:creationId xmlns:a16="http://schemas.microsoft.com/office/drawing/2014/main" id="{52357AFF-CEE1-4B6E-BCE6-2A5F5B1E9C26}"/>
              </a:ext>
            </a:extLst>
          </p:cNvPr>
          <p:cNvSpPr txBox="1"/>
          <p:nvPr/>
        </p:nvSpPr>
        <p:spPr>
          <a:xfrm>
            <a:off x="96903" y="748174"/>
            <a:ext cx="4073852" cy="3647152"/>
          </a:xfrm>
          <a:prstGeom prst="rect">
            <a:avLst/>
          </a:prstGeom>
          <a:noFill/>
        </p:spPr>
        <p:txBody>
          <a:bodyPr wrap="square">
            <a:spAutoFit/>
          </a:bodyPr>
          <a:lstStyle/>
          <a:p>
            <a:pPr algn="l"/>
            <a:r>
              <a:rPr lang="en-US" sz="1400" b="1" i="0" dirty="0">
                <a:effectLst/>
                <a:latin typeface="Segoe WPC"/>
              </a:rPr>
              <a:t>4.1 Control which application features each developer can access.</a:t>
            </a:r>
            <a:r>
              <a:rPr lang="en-US" sz="1050" b="0" i="0" dirty="0">
                <a:effectLst/>
                <a:latin typeface="Segoe WPC"/>
              </a:rPr>
              <a:t> </a:t>
            </a:r>
            <a:r>
              <a:rPr lang="en-US" sz="1100" b="0" i="0" dirty="0">
                <a:effectLst/>
                <a:latin typeface="Segoe WPC"/>
              </a:rPr>
              <a:t>Administrators can grant or revoke permissions for individual users.</a:t>
            </a:r>
          </a:p>
          <a:p>
            <a:pPr algn="l">
              <a:buFont typeface="Arial" panose="020B0604020202020204" pitchFamily="34" charset="0"/>
              <a:buChar char="•"/>
            </a:pPr>
            <a:r>
              <a:rPr lang="en-US" sz="1400" b="1" i="0" dirty="0">
                <a:effectLst/>
                <a:latin typeface="Segoe WPC"/>
              </a:rPr>
              <a:t>Query Editor</a:t>
            </a:r>
            <a:r>
              <a:rPr lang="en-US" sz="1400" b="0" i="0" dirty="0">
                <a:effectLst/>
                <a:latin typeface="Segoe WPC"/>
              </a:rPr>
              <a:t> </a:t>
            </a:r>
            <a:r>
              <a:rPr lang="en-US" sz="1600" b="0" i="0" dirty="0">
                <a:effectLst/>
                <a:latin typeface="Segoe WPC"/>
              </a:rPr>
              <a:t>— </a:t>
            </a:r>
            <a:r>
              <a:rPr lang="en-US" sz="1100" b="0" i="0" dirty="0">
                <a:effectLst/>
                <a:latin typeface="Segoe WPC"/>
              </a:rPr>
              <a:t>Run database queries</a:t>
            </a:r>
          </a:p>
          <a:p>
            <a:pPr algn="l">
              <a:buFont typeface="Arial" panose="020B0604020202020204" pitchFamily="34" charset="0"/>
              <a:buChar char="•"/>
            </a:pPr>
            <a:r>
              <a:rPr lang="en-US" sz="1400" b="1" i="0" dirty="0">
                <a:effectLst/>
                <a:latin typeface="Segoe WPC"/>
              </a:rPr>
              <a:t>Query History</a:t>
            </a:r>
            <a:r>
              <a:rPr lang="en-US" sz="1400" b="0" i="0" dirty="0">
                <a:effectLst/>
                <a:latin typeface="Segoe WPC"/>
              </a:rPr>
              <a:t> </a:t>
            </a:r>
            <a:r>
              <a:rPr lang="en-US" sz="1600" b="0" i="0" dirty="0">
                <a:effectLst/>
                <a:latin typeface="Segoe WPC"/>
              </a:rPr>
              <a:t>— </a:t>
            </a:r>
            <a:r>
              <a:rPr lang="en-US" sz="1100" b="0" i="0" dirty="0">
                <a:effectLst/>
                <a:latin typeface="Segoe WPC"/>
              </a:rPr>
              <a:t>View previous queries</a:t>
            </a:r>
          </a:p>
          <a:p>
            <a:pPr algn="l">
              <a:buFont typeface="Arial" panose="020B0604020202020204" pitchFamily="34" charset="0"/>
              <a:buChar char="•"/>
            </a:pPr>
            <a:r>
              <a:rPr lang="en-US" sz="1400" b="1" i="0" dirty="0">
                <a:effectLst/>
                <a:latin typeface="Segoe WPC"/>
              </a:rPr>
              <a:t>Slow Queries</a:t>
            </a:r>
            <a:r>
              <a:rPr lang="en-US" sz="1400" b="0" i="0" dirty="0">
                <a:effectLst/>
                <a:latin typeface="Segoe WPC"/>
              </a:rPr>
              <a:t> </a:t>
            </a:r>
            <a:r>
              <a:rPr lang="en-US" sz="1600" b="0" i="0" dirty="0">
                <a:effectLst/>
                <a:latin typeface="Segoe WPC"/>
              </a:rPr>
              <a:t>— </a:t>
            </a:r>
            <a:r>
              <a:rPr lang="en-US" sz="1100" b="0" i="0" dirty="0">
                <a:effectLst/>
                <a:latin typeface="Segoe WPC"/>
              </a:rPr>
              <a:t>Review slow-query activity</a:t>
            </a:r>
            <a:endParaRPr lang="en-US" sz="1600" b="0" i="0" dirty="0">
              <a:effectLst/>
              <a:latin typeface="Segoe WPC"/>
            </a:endParaRPr>
          </a:p>
          <a:p>
            <a:pPr algn="l">
              <a:buFont typeface="Arial" panose="020B0604020202020204" pitchFamily="34" charset="0"/>
              <a:buChar char="•"/>
            </a:pPr>
            <a:r>
              <a:rPr lang="en-US" sz="1400" b="1" i="0" dirty="0">
                <a:effectLst/>
                <a:latin typeface="Segoe WPC"/>
              </a:rPr>
              <a:t>Audit Logs</a:t>
            </a:r>
            <a:r>
              <a:rPr lang="en-US" sz="1400" b="0" i="0" dirty="0">
                <a:effectLst/>
                <a:latin typeface="Segoe WPC"/>
              </a:rPr>
              <a:t> </a:t>
            </a:r>
            <a:r>
              <a:rPr lang="en-US" sz="1600" b="0" i="0" dirty="0">
                <a:effectLst/>
                <a:latin typeface="Segoe WPC"/>
              </a:rPr>
              <a:t>— </a:t>
            </a:r>
            <a:r>
              <a:rPr lang="en-US" sz="1100" b="0" i="0" dirty="0">
                <a:effectLst/>
                <a:latin typeface="Segoe WPC"/>
              </a:rPr>
              <a:t>View system and database activity</a:t>
            </a:r>
            <a:endParaRPr lang="en-US" sz="1600" b="0" i="0" dirty="0">
              <a:effectLst/>
              <a:latin typeface="Segoe WPC"/>
            </a:endParaRPr>
          </a:p>
          <a:p>
            <a:pPr algn="l">
              <a:buFont typeface="Arial" panose="020B0604020202020204" pitchFamily="34" charset="0"/>
              <a:buChar char="•"/>
            </a:pPr>
            <a:r>
              <a:rPr lang="en-US" sz="1400" b="1" i="0" dirty="0">
                <a:effectLst/>
                <a:latin typeface="Segoe WPC"/>
              </a:rPr>
              <a:t>Backup &amp; Restore</a:t>
            </a:r>
            <a:r>
              <a:rPr lang="en-US" sz="1400" b="0" i="0" dirty="0">
                <a:effectLst/>
                <a:latin typeface="Segoe WPC"/>
              </a:rPr>
              <a:t> </a:t>
            </a:r>
            <a:r>
              <a:rPr lang="en-US" sz="1600" b="0" i="0" dirty="0">
                <a:effectLst/>
                <a:latin typeface="Segoe WPC"/>
              </a:rPr>
              <a:t>— </a:t>
            </a:r>
            <a:r>
              <a:rPr lang="en-US" sz="1100" b="0" i="0" dirty="0">
                <a:effectLst/>
                <a:latin typeface="Segoe WPC"/>
              </a:rPr>
              <a:t>Export and restore database backups</a:t>
            </a:r>
            <a:endParaRPr lang="en-US" sz="1600" b="0" i="0" dirty="0">
              <a:effectLst/>
              <a:latin typeface="Segoe WPC"/>
            </a:endParaRPr>
          </a:p>
          <a:p>
            <a:pPr algn="l">
              <a:buFont typeface="Arial" panose="020B0604020202020204" pitchFamily="34" charset="0"/>
              <a:buChar char="•"/>
            </a:pPr>
            <a:r>
              <a:rPr lang="en-US" sz="1400" b="1" i="0" dirty="0">
                <a:effectLst/>
                <a:latin typeface="Segoe WPC"/>
              </a:rPr>
              <a:t>WAL / </a:t>
            </a:r>
            <a:r>
              <a:rPr lang="en-US" sz="1400" b="1" i="0" dirty="0" err="1">
                <a:effectLst/>
                <a:latin typeface="Segoe WPC"/>
              </a:rPr>
              <a:t>Binlog</a:t>
            </a:r>
            <a:r>
              <a:rPr lang="en-US" sz="1400" b="0" i="0" dirty="0">
                <a:effectLst/>
                <a:latin typeface="Segoe WPC"/>
              </a:rPr>
              <a:t> </a:t>
            </a:r>
            <a:r>
              <a:rPr lang="en-US" sz="1600" b="0" i="0" dirty="0">
                <a:effectLst/>
                <a:latin typeface="Segoe WPC"/>
              </a:rPr>
              <a:t>— </a:t>
            </a:r>
            <a:r>
              <a:rPr lang="en-US" sz="1100" b="0" i="0" dirty="0">
                <a:effectLst/>
                <a:latin typeface="Segoe WPC"/>
              </a:rPr>
              <a:t>Monitor transaction logs</a:t>
            </a:r>
            <a:endParaRPr lang="en-US" sz="1600" b="0" i="0" dirty="0">
              <a:effectLst/>
              <a:latin typeface="Segoe WPC"/>
            </a:endParaRPr>
          </a:p>
          <a:p>
            <a:pPr algn="l">
              <a:buFont typeface="Arial" panose="020B0604020202020204" pitchFamily="34" charset="0"/>
              <a:buChar char="•"/>
            </a:pPr>
            <a:r>
              <a:rPr lang="en-US" sz="1400" b="1" i="0" dirty="0">
                <a:effectLst/>
                <a:latin typeface="Segoe WPC"/>
              </a:rPr>
              <a:t>System Monitor</a:t>
            </a:r>
            <a:r>
              <a:rPr lang="en-US" sz="1400" b="0" i="0" dirty="0">
                <a:effectLst/>
                <a:latin typeface="Segoe WPC"/>
              </a:rPr>
              <a:t> </a:t>
            </a:r>
            <a:r>
              <a:rPr lang="en-US" sz="1600" b="0" i="0" dirty="0">
                <a:effectLst/>
                <a:latin typeface="Segoe WPC"/>
              </a:rPr>
              <a:t>— </a:t>
            </a:r>
            <a:r>
              <a:rPr lang="en-US" sz="1100" b="0" i="0" dirty="0">
                <a:effectLst/>
                <a:latin typeface="Segoe WPC"/>
              </a:rPr>
              <a:t>View database health and</a:t>
            </a:r>
            <a:r>
              <a:rPr lang="en-US" sz="1600" b="0" i="0" dirty="0">
                <a:effectLst/>
                <a:latin typeface="Segoe WPC"/>
              </a:rPr>
              <a:t> </a:t>
            </a:r>
            <a:r>
              <a:rPr lang="en-US" sz="1100" b="0" i="0" dirty="0">
                <a:effectLst/>
                <a:latin typeface="Segoe WPC"/>
              </a:rPr>
              <a:t>performance</a:t>
            </a:r>
            <a:endParaRPr lang="en-US" sz="1600" b="0" i="0" dirty="0">
              <a:effectLst/>
              <a:latin typeface="Segoe WPC"/>
            </a:endParaRPr>
          </a:p>
          <a:p>
            <a:pPr algn="l">
              <a:buFont typeface="Arial" panose="020B0604020202020204" pitchFamily="34" charset="0"/>
              <a:buChar char="•"/>
            </a:pPr>
            <a:r>
              <a:rPr lang="en-US" sz="1400" b="1" i="0" dirty="0">
                <a:effectLst/>
                <a:latin typeface="Segoe WPC"/>
              </a:rPr>
              <a:t>Manage Connections</a:t>
            </a:r>
            <a:r>
              <a:rPr lang="en-US" sz="1400" b="0" i="0" dirty="0">
                <a:effectLst/>
                <a:latin typeface="Segoe WPC"/>
              </a:rPr>
              <a:t> </a:t>
            </a:r>
            <a:r>
              <a:rPr lang="en-US" sz="1600" b="0" i="0" dirty="0">
                <a:effectLst/>
                <a:latin typeface="Segoe WPC"/>
              </a:rPr>
              <a:t>— </a:t>
            </a:r>
            <a:r>
              <a:rPr lang="en-US" sz="1100" b="0" i="0" dirty="0">
                <a:effectLst/>
                <a:latin typeface="Segoe WPC"/>
              </a:rPr>
              <a:t>Add and manage database connections</a:t>
            </a:r>
          </a:p>
          <a:p>
            <a:pPr algn="l">
              <a:buFont typeface="Arial" panose="020B0604020202020204" pitchFamily="34" charset="0"/>
              <a:buChar char="•"/>
            </a:pPr>
            <a:r>
              <a:rPr lang="en-US" sz="1400" b="1" i="0" dirty="0">
                <a:effectLst/>
                <a:latin typeface="Segoe WPC"/>
              </a:rPr>
              <a:t>Database Users Manager</a:t>
            </a:r>
            <a:r>
              <a:rPr lang="en-US" sz="1400" b="0" i="0" dirty="0">
                <a:effectLst/>
                <a:latin typeface="Segoe WPC"/>
              </a:rPr>
              <a:t> </a:t>
            </a:r>
            <a:r>
              <a:rPr lang="en-US" sz="1600" b="0" i="0" dirty="0">
                <a:effectLst/>
                <a:latin typeface="Segoe WPC"/>
              </a:rPr>
              <a:t>— </a:t>
            </a:r>
            <a:r>
              <a:rPr lang="en-US" sz="1100" b="0" i="0" dirty="0">
                <a:effectLst/>
                <a:latin typeface="Segoe WPC"/>
              </a:rPr>
              <a:t>Manage database users</a:t>
            </a:r>
            <a:endParaRPr lang="en-US" sz="1600" b="0" i="0" dirty="0">
              <a:effectLst/>
              <a:latin typeface="Segoe WPC"/>
            </a:endParaRPr>
          </a:p>
        </p:txBody>
      </p:sp>
      <p:sp>
        <p:nvSpPr>
          <p:cNvPr id="7" name="TextBox 6">
            <a:extLst>
              <a:ext uri="{FF2B5EF4-FFF2-40B4-BE49-F238E27FC236}">
                <a16:creationId xmlns:a16="http://schemas.microsoft.com/office/drawing/2014/main" id="{473671E5-238F-4854-BA01-E3F16ED6FBD2}"/>
              </a:ext>
            </a:extLst>
          </p:cNvPr>
          <p:cNvSpPr txBox="1"/>
          <p:nvPr/>
        </p:nvSpPr>
        <p:spPr>
          <a:xfrm>
            <a:off x="129658" y="54591"/>
            <a:ext cx="4572000" cy="369332"/>
          </a:xfrm>
          <a:prstGeom prst="rect">
            <a:avLst/>
          </a:prstGeom>
          <a:noFill/>
        </p:spPr>
        <p:txBody>
          <a:bodyPr wrap="square">
            <a:spAutoFit/>
          </a:bodyPr>
          <a:lstStyle/>
          <a:p>
            <a:pPr algn="l"/>
            <a:r>
              <a:rPr lang="en-US" b="1" i="0" dirty="0">
                <a:effectLst/>
                <a:latin typeface="Segoe WPC"/>
              </a:rPr>
              <a:t>4. Application Permissions</a:t>
            </a:r>
          </a:p>
        </p:txBody>
      </p:sp>
      <p:sp>
        <p:nvSpPr>
          <p:cNvPr id="13" name="TextBox 12">
            <a:extLst>
              <a:ext uri="{FF2B5EF4-FFF2-40B4-BE49-F238E27FC236}">
                <a16:creationId xmlns:a16="http://schemas.microsoft.com/office/drawing/2014/main" id="{548AAD0A-5F33-4C58-8FCD-248C39405BCC}"/>
              </a:ext>
            </a:extLst>
          </p:cNvPr>
          <p:cNvSpPr txBox="1"/>
          <p:nvPr/>
        </p:nvSpPr>
        <p:spPr>
          <a:xfrm>
            <a:off x="206081" y="4396411"/>
            <a:ext cx="3227680" cy="646331"/>
          </a:xfrm>
          <a:prstGeom prst="rect">
            <a:avLst/>
          </a:prstGeom>
          <a:noFill/>
        </p:spPr>
        <p:txBody>
          <a:bodyPr wrap="square">
            <a:spAutoFit/>
          </a:bodyPr>
          <a:lstStyle/>
          <a:p>
            <a:r>
              <a:rPr lang="en-US" sz="1200" b="1" i="0" dirty="0">
                <a:effectLst/>
                <a:latin typeface="Segoe WPC"/>
              </a:rPr>
              <a:t>Access is assigned per user. Administrators retain full access; developers can access only the features enabled for them.</a:t>
            </a:r>
            <a:endParaRPr lang="en-US" sz="1200" dirty="0"/>
          </a:p>
        </p:txBody>
      </p:sp>
      <p:sp>
        <p:nvSpPr>
          <p:cNvPr id="6" name="Shape 2">
            <a:extLst>
              <a:ext uri="{FF2B5EF4-FFF2-40B4-BE49-F238E27FC236}">
                <a16:creationId xmlns:a16="http://schemas.microsoft.com/office/drawing/2014/main" id="{9ED30530-2D13-4585-89BA-1C4C8EE577F0}"/>
              </a:ext>
            </a:extLst>
          </p:cNvPr>
          <p:cNvSpPr/>
          <p:nvPr/>
        </p:nvSpPr>
        <p:spPr>
          <a:xfrm flipV="1">
            <a:off x="206081" y="528946"/>
            <a:ext cx="3042086" cy="45720"/>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3180955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A518CF-8D0A-4639-8C38-67634BD195C0}"/>
              </a:ext>
            </a:extLst>
          </p:cNvPr>
          <p:cNvSpPr txBox="1"/>
          <p:nvPr/>
        </p:nvSpPr>
        <p:spPr>
          <a:xfrm>
            <a:off x="160867" y="767267"/>
            <a:ext cx="4572000" cy="369332"/>
          </a:xfrm>
          <a:prstGeom prst="rect">
            <a:avLst/>
          </a:prstGeom>
          <a:noFill/>
        </p:spPr>
        <p:txBody>
          <a:bodyPr wrap="square">
            <a:spAutoFit/>
          </a:bodyPr>
          <a:lstStyle/>
          <a:p>
            <a:pPr marL="0" indent="0">
              <a:buNone/>
            </a:pPr>
            <a:r>
              <a:rPr lang="en-US" b="1" dirty="0">
                <a:solidFill>
                  <a:srgbClr val="8B5CF6"/>
                </a:solidFill>
                <a:latin typeface="Arial" pitchFamily="34" charset="0"/>
                <a:ea typeface="Arial" pitchFamily="34" charset="-122"/>
                <a:cs typeface="Arial" pitchFamily="34" charset="-120"/>
              </a:rPr>
              <a:t>1.</a:t>
            </a:r>
            <a:r>
              <a:rPr lang="en-US" sz="1800" b="1" dirty="0">
                <a:solidFill>
                  <a:srgbClr val="8B5CF6"/>
                </a:solidFill>
                <a:latin typeface="Arial" pitchFamily="34" charset="0"/>
                <a:ea typeface="Arial" pitchFamily="34" charset="-122"/>
                <a:cs typeface="Arial" pitchFamily="34" charset="-120"/>
              </a:rPr>
              <a:t> Super Admin (DBA)</a:t>
            </a:r>
            <a:endParaRPr lang="en-US" sz="1800" dirty="0"/>
          </a:p>
        </p:txBody>
      </p:sp>
      <p:sp>
        <p:nvSpPr>
          <p:cNvPr id="6" name="TextBox 5">
            <a:extLst>
              <a:ext uri="{FF2B5EF4-FFF2-40B4-BE49-F238E27FC236}">
                <a16:creationId xmlns:a16="http://schemas.microsoft.com/office/drawing/2014/main" id="{C8016807-F415-4D0F-B936-5FA994834E71}"/>
              </a:ext>
            </a:extLst>
          </p:cNvPr>
          <p:cNvSpPr txBox="1"/>
          <p:nvPr/>
        </p:nvSpPr>
        <p:spPr>
          <a:xfrm>
            <a:off x="262467" y="1166394"/>
            <a:ext cx="3852333" cy="646972"/>
          </a:xfrm>
          <a:prstGeom prst="rect">
            <a:avLst/>
          </a:prstGeom>
          <a:noFill/>
        </p:spPr>
        <p:txBody>
          <a:bodyPr wrap="square">
            <a:spAutoFit/>
          </a:bodyPr>
          <a:lstStyle/>
          <a:p>
            <a:pPr marL="0" indent="0">
              <a:lnSpc>
                <a:spcPts val="1400"/>
              </a:lnSpc>
              <a:buNone/>
            </a:pPr>
            <a:r>
              <a:rPr lang="en-US" sz="1400" dirty="0">
                <a:solidFill>
                  <a:srgbClr val="64748B"/>
                </a:solidFill>
                <a:latin typeface="Calibri" pitchFamily="34" charset="0"/>
                <a:ea typeface="Calibri" pitchFamily="34" charset="-122"/>
                <a:cs typeface="Calibri" pitchFamily="34" charset="-120"/>
              </a:rPr>
              <a:t>Full system privileges: manages connections, user provisioning, global auditing, server alerts, and backups.</a:t>
            </a:r>
            <a:endParaRPr lang="en-US" sz="1400" dirty="0"/>
          </a:p>
        </p:txBody>
      </p:sp>
      <p:sp>
        <p:nvSpPr>
          <p:cNvPr id="8" name="TextBox 7">
            <a:extLst>
              <a:ext uri="{FF2B5EF4-FFF2-40B4-BE49-F238E27FC236}">
                <a16:creationId xmlns:a16="http://schemas.microsoft.com/office/drawing/2014/main" id="{D0DE8D04-2224-413F-9E04-6C6FAD9B580F}"/>
              </a:ext>
            </a:extLst>
          </p:cNvPr>
          <p:cNvSpPr txBox="1"/>
          <p:nvPr/>
        </p:nvSpPr>
        <p:spPr>
          <a:xfrm>
            <a:off x="160867" y="2038199"/>
            <a:ext cx="4572000" cy="369332"/>
          </a:xfrm>
          <a:prstGeom prst="rect">
            <a:avLst/>
          </a:prstGeom>
          <a:noFill/>
        </p:spPr>
        <p:txBody>
          <a:bodyPr wrap="square">
            <a:spAutoFit/>
          </a:bodyPr>
          <a:lstStyle/>
          <a:p>
            <a:pPr marL="0" indent="0">
              <a:buNone/>
            </a:pPr>
            <a:r>
              <a:rPr lang="en-US" sz="1800" b="1" dirty="0">
                <a:solidFill>
                  <a:srgbClr val="0D9DA4"/>
                </a:solidFill>
                <a:latin typeface="Arial" pitchFamily="34" charset="0"/>
                <a:ea typeface="Arial" pitchFamily="34" charset="-122"/>
                <a:cs typeface="Arial" pitchFamily="34" charset="-120"/>
              </a:rPr>
              <a:t>2. Developer (Read-Write)</a:t>
            </a:r>
            <a:endParaRPr lang="en-US" sz="1800" dirty="0"/>
          </a:p>
        </p:txBody>
      </p:sp>
      <p:sp>
        <p:nvSpPr>
          <p:cNvPr id="10" name="TextBox 9">
            <a:extLst>
              <a:ext uri="{FF2B5EF4-FFF2-40B4-BE49-F238E27FC236}">
                <a16:creationId xmlns:a16="http://schemas.microsoft.com/office/drawing/2014/main" id="{6D6181B5-A274-4764-8F97-91A387A61219}"/>
              </a:ext>
            </a:extLst>
          </p:cNvPr>
          <p:cNvSpPr txBox="1"/>
          <p:nvPr/>
        </p:nvSpPr>
        <p:spPr>
          <a:xfrm>
            <a:off x="262467" y="2591775"/>
            <a:ext cx="3708400" cy="640175"/>
          </a:xfrm>
          <a:prstGeom prst="rect">
            <a:avLst/>
          </a:prstGeom>
          <a:noFill/>
        </p:spPr>
        <p:txBody>
          <a:bodyPr wrap="square">
            <a:spAutoFit/>
          </a:bodyPr>
          <a:lstStyle/>
          <a:p>
            <a:pPr marL="0" indent="0">
              <a:lnSpc>
                <a:spcPts val="1400"/>
              </a:lnSpc>
              <a:buNone/>
            </a:pPr>
            <a:r>
              <a:rPr lang="en-US" sz="1400" dirty="0">
                <a:solidFill>
                  <a:srgbClr val="64748B"/>
                </a:solidFill>
                <a:latin typeface="Calibri" pitchFamily="34" charset="0"/>
                <a:ea typeface="Calibri" pitchFamily="34" charset="-122"/>
                <a:cs typeface="Calibri" pitchFamily="34" charset="-120"/>
              </a:rPr>
              <a:t>Operational query access: runs</a:t>
            </a:r>
          </a:p>
          <a:p>
            <a:pPr marL="0" indent="0">
              <a:lnSpc>
                <a:spcPts val="1400"/>
              </a:lnSpc>
              <a:buNone/>
            </a:pPr>
            <a:r>
              <a:rPr lang="en-US" sz="1400" dirty="0">
                <a:solidFill>
                  <a:srgbClr val="64748B"/>
                </a:solidFill>
                <a:latin typeface="Calibri" pitchFamily="34" charset="0"/>
                <a:ea typeface="Calibri" pitchFamily="34" charset="-122"/>
                <a:cs typeface="Calibri" pitchFamily="34" charset="-120"/>
              </a:rPr>
              <a:t>SELECT, INSERT, UPDATE, DELETE, and GUI row actions on assigned schemas.</a:t>
            </a:r>
            <a:endParaRPr lang="en-US" sz="1400" dirty="0"/>
          </a:p>
        </p:txBody>
      </p:sp>
      <p:sp>
        <p:nvSpPr>
          <p:cNvPr id="20" name="TextBox 19">
            <a:extLst>
              <a:ext uri="{FF2B5EF4-FFF2-40B4-BE49-F238E27FC236}">
                <a16:creationId xmlns:a16="http://schemas.microsoft.com/office/drawing/2014/main" id="{E79075CA-6127-43CF-B6DB-31775AD64968}"/>
              </a:ext>
            </a:extLst>
          </p:cNvPr>
          <p:cNvSpPr txBox="1"/>
          <p:nvPr/>
        </p:nvSpPr>
        <p:spPr>
          <a:xfrm>
            <a:off x="160867" y="3535754"/>
            <a:ext cx="4572000" cy="369332"/>
          </a:xfrm>
          <a:prstGeom prst="rect">
            <a:avLst/>
          </a:prstGeom>
          <a:noFill/>
        </p:spPr>
        <p:txBody>
          <a:bodyPr wrap="square">
            <a:spAutoFit/>
          </a:bodyPr>
          <a:lstStyle/>
          <a:p>
            <a:pPr marL="0" indent="0">
              <a:buNone/>
            </a:pPr>
            <a:r>
              <a:rPr lang="en-US" sz="1800" b="1" dirty="0">
                <a:solidFill>
                  <a:srgbClr val="F59E0B"/>
                </a:solidFill>
                <a:latin typeface="Arial" pitchFamily="34" charset="0"/>
                <a:ea typeface="Arial" pitchFamily="34" charset="-122"/>
                <a:cs typeface="Arial" pitchFamily="34" charset="-120"/>
              </a:rPr>
              <a:t>3. Developer (Read-Only)</a:t>
            </a:r>
            <a:endParaRPr lang="en-US" sz="1800" dirty="0"/>
          </a:p>
        </p:txBody>
      </p:sp>
      <p:sp>
        <p:nvSpPr>
          <p:cNvPr id="22" name="TextBox 21">
            <a:extLst>
              <a:ext uri="{FF2B5EF4-FFF2-40B4-BE49-F238E27FC236}">
                <a16:creationId xmlns:a16="http://schemas.microsoft.com/office/drawing/2014/main" id="{04B9D82B-B924-4A80-807D-FC04E8AC0F38}"/>
              </a:ext>
            </a:extLst>
          </p:cNvPr>
          <p:cNvSpPr txBox="1"/>
          <p:nvPr/>
        </p:nvSpPr>
        <p:spPr>
          <a:xfrm>
            <a:off x="330201" y="4017798"/>
            <a:ext cx="3234266" cy="640175"/>
          </a:xfrm>
          <a:prstGeom prst="rect">
            <a:avLst/>
          </a:prstGeom>
          <a:noFill/>
        </p:spPr>
        <p:txBody>
          <a:bodyPr wrap="square">
            <a:spAutoFit/>
          </a:bodyPr>
          <a:lstStyle/>
          <a:p>
            <a:pPr marL="0" indent="0">
              <a:lnSpc>
                <a:spcPts val="1400"/>
              </a:lnSpc>
              <a:buNone/>
            </a:pPr>
            <a:r>
              <a:rPr lang="en-US" sz="1400" dirty="0">
                <a:solidFill>
                  <a:srgbClr val="64748B"/>
                </a:solidFill>
                <a:latin typeface="Calibri" pitchFamily="34" charset="0"/>
                <a:ea typeface="Calibri" pitchFamily="34" charset="-122"/>
                <a:cs typeface="Calibri" pitchFamily="34" charset="-120"/>
              </a:rPr>
              <a:t>Strictly restricted to SELECT/find() statements. Non-allowed mutation queries are rejected with HTTP 403.</a:t>
            </a:r>
            <a:endParaRPr lang="en-US" sz="1400" dirty="0"/>
          </a:p>
        </p:txBody>
      </p:sp>
      <p:sp>
        <p:nvSpPr>
          <p:cNvPr id="24" name="TextBox 23">
            <a:extLst>
              <a:ext uri="{FF2B5EF4-FFF2-40B4-BE49-F238E27FC236}">
                <a16:creationId xmlns:a16="http://schemas.microsoft.com/office/drawing/2014/main" id="{D598463C-3E13-4CA5-9BD6-27C4C759CAC6}"/>
              </a:ext>
            </a:extLst>
          </p:cNvPr>
          <p:cNvSpPr txBox="1"/>
          <p:nvPr/>
        </p:nvSpPr>
        <p:spPr>
          <a:xfrm>
            <a:off x="160867" y="326355"/>
            <a:ext cx="4572000" cy="369332"/>
          </a:xfrm>
          <a:prstGeom prst="rect">
            <a:avLst/>
          </a:prstGeom>
          <a:noFill/>
        </p:spPr>
        <p:txBody>
          <a:bodyPr wrap="square">
            <a:spAutoFit/>
          </a:bodyPr>
          <a:lstStyle/>
          <a:p>
            <a:pPr marL="0" indent="0">
              <a:buNone/>
            </a:pPr>
            <a:r>
              <a:rPr lang="en-US" sz="1800" b="1" dirty="0">
                <a:latin typeface="Arial" pitchFamily="34" charset="0"/>
                <a:ea typeface="Arial" pitchFamily="34" charset="-122"/>
                <a:cs typeface="Arial" pitchFamily="34" charset="-120"/>
              </a:rPr>
              <a:t>1.4 User Roles &amp; Permissions</a:t>
            </a:r>
            <a:endParaRPr lang="en-US" sz="1800" dirty="0"/>
          </a:p>
        </p:txBody>
      </p:sp>
      <p:pic>
        <p:nvPicPr>
          <p:cNvPr id="26" name="Picture 25">
            <a:extLst>
              <a:ext uri="{FF2B5EF4-FFF2-40B4-BE49-F238E27FC236}">
                <a16:creationId xmlns:a16="http://schemas.microsoft.com/office/drawing/2014/main" id="{2D42E0CE-A91E-45BF-A778-D7BD1587C065}"/>
              </a:ext>
            </a:extLst>
          </p:cNvPr>
          <p:cNvPicPr>
            <a:picLocks noChangeAspect="1"/>
          </p:cNvPicPr>
          <p:nvPr/>
        </p:nvPicPr>
        <p:blipFill>
          <a:blip r:embed="rId2"/>
          <a:stretch>
            <a:fillRect/>
          </a:stretch>
        </p:blipFill>
        <p:spPr>
          <a:xfrm>
            <a:off x="3616658" y="825197"/>
            <a:ext cx="5493476" cy="4292502"/>
          </a:xfrm>
          <a:prstGeom prst="rect">
            <a:avLst/>
          </a:prstGeom>
        </p:spPr>
      </p:pic>
      <p:sp>
        <p:nvSpPr>
          <p:cNvPr id="28" name="TextBox 27">
            <a:extLst>
              <a:ext uri="{FF2B5EF4-FFF2-40B4-BE49-F238E27FC236}">
                <a16:creationId xmlns:a16="http://schemas.microsoft.com/office/drawing/2014/main" id="{A581678D-6844-4D6B-B55B-9789FA123F4E}"/>
              </a:ext>
            </a:extLst>
          </p:cNvPr>
          <p:cNvSpPr txBox="1"/>
          <p:nvPr/>
        </p:nvSpPr>
        <p:spPr>
          <a:xfrm>
            <a:off x="160867" y="-33987"/>
            <a:ext cx="8365067" cy="230832"/>
          </a:xfrm>
          <a:prstGeom prst="rect">
            <a:avLst/>
          </a:prstGeom>
          <a:noFill/>
        </p:spPr>
        <p:txBody>
          <a:bodyPr wrap="square">
            <a:spAutoFit/>
          </a:bodyP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11" name="Shape 2">
            <a:extLst>
              <a:ext uri="{FF2B5EF4-FFF2-40B4-BE49-F238E27FC236}">
                <a16:creationId xmlns:a16="http://schemas.microsoft.com/office/drawing/2014/main" id="{602E832B-DCF7-4B1D-84AE-397CB9093142}"/>
              </a:ext>
            </a:extLst>
          </p:cNvPr>
          <p:cNvSpPr/>
          <p:nvPr/>
        </p:nvSpPr>
        <p:spPr>
          <a:xfrm flipV="1">
            <a:off x="262467" y="665297"/>
            <a:ext cx="3302000" cy="45720"/>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114261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A8B78F-D1E3-4AC4-A96A-6EB63554FFEA}"/>
              </a:ext>
            </a:extLst>
          </p:cNvPr>
          <p:cNvPicPr>
            <a:picLocks noChangeAspect="1"/>
          </p:cNvPicPr>
          <p:nvPr/>
        </p:nvPicPr>
        <p:blipFill>
          <a:blip r:embed="rId2"/>
          <a:stretch>
            <a:fillRect/>
          </a:stretch>
        </p:blipFill>
        <p:spPr>
          <a:xfrm>
            <a:off x="168689" y="552732"/>
            <a:ext cx="4705500" cy="4462820"/>
          </a:xfrm>
          <a:prstGeom prst="rect">
            <a:avLst/>
          </a:prstGeom>
        </p:spPr>
      </p:pic>
      <p:sp>
        <p:nvSpPr>
          <p:cNvPr id="5" name="TextBox 4">
            <a:extLst>
              <a:ext uri="{FF2B5EF4-FFF2-40B4-BE49-F238E27FC236}">
                <a16:creationId xmlns:a16="http://schemas.microsoft.com/office/drawing/2014/main" id="{963C25F5-AC2F-41C1-9ED0-08E6EF5965A1}"/>
              </a:ext>
            </a:extLst>
          </p:cNvPr>
          <p:cNvSpPr txBox="1"/>
          <p:nvPr/>
        </p:nvSpPr>
        <p:spPr>
          <a:xfrm>
            <a:off x="4986349" y="429904"/>
            <a:ext cx="4157651" cy="2954655"/>
          </a:xfrm>
          <a:prstGeom prst="rect">
            <a:avLst/>
          </a:prstGeom>
          <a:noFill/>
        </p:spPr>
        <p:txBody>
          <a:bodyPr wrap="square">
            <a:spAutoFit/>
          </a:bodyPr>
          <a:lstStyle/>
          <a:p>
            <a:pPr algn="l"/>
            <a:r>
              <a:rPr lang="en-US" sz="1200" b="0" i="0" dirty="0">
                <a:effectLst/>
                <a:latin typeface="Segoe WPC"/>
              </a:rPr>
              <a:t>Create a new developer account by entering the user’s name, email address, and password. Choose the appropriate access mode and assign permissions based on the user’s responsibilities.</a:t>
            </a:r>
          </a:p>
          <a:p>
            <a:pPr algn="l"/>
            <a:r>
              <a:rPr lang="en-US" sz="1200" b="0" i="0" dirty="0">
                <a:effectLst/>
                <a:latin typeface="Segoe WPC"/>
              </a:rPr>
              <a:t>Administrators can manage users, grant or revoke application permissions, and configure which database connections and databases each user can access.</a:t>
            </a:r>
          </a:p>
          <a:p>
            <a:pPr algn="l"/>
            <a:r>
              <a:rPr lang="en-US" b="1" i="0" dirty="0">
                <a:effectLst/>
                <a:latin typeface="Segoe WPC"/>
              </a:rPr>
              <a:t>Key fields</a:t>
            </a:r>
            <a:endParaRPr lang="en-US" b="0" i="0" dirty="0">
              <a:effectLst/>
              <a:latin typeface="Segoe WPC"/>
            </a:endParaRPr>
          </a:p>
          <a:p>
            <a:pPr algn="l">
              <a:buFont typeface="Arial" panose="020B0604020202020204" pitchFamily="34" charset="0"/>
              <a:buChar char="•"/>
            </a:pPr>
            <a:r>
              <a:rPr lang="en-US" sz="1200" b="0" i="0" dirty="0">
                <a:effectLst/>
                <a:latin typeface="Segoe WPC"/>
              </a:rPr>
              <a:t>Name</a:t>
            </a:r>
          </a:p>
          <a:p>
            <a:pPr algn="l">
              <a:buFont typeface="Arial" panose="020B0604020202020204" pitchFamily="34" charset="0"/>
              <a:buChar char="•"/>
            </a:pPr>
            <a:r>
              <a:rPr lang="en-US" sz="1200" b="0" i="0" dirty="0">
                <a:effectLst/>
                <a:latin typeface="Segoe WPC"/>
              </a:rPr>
              <a:t>Email</a:t>
            </a:r>
          </a:p>
          <a:p>
            <a:pPr algn="l">
              <a:buFont typeface="Arial" panose="020B0604020202020204" pitchFamily="34" charset="0"/>
              <a:buChar char="•"/>
            </a:pPr>
            <a:r>
              <a:rPr lang="en-US" sz="1200" b="0" i="0" dirty="0">
                <a:effectLst/>
                <a:latin typeface="Segoe WPC"/>
              </a:rPr>
              <a:t>Password</a:t>
            </a:r>
          </a:p>
          <a:p>
            <a:pPr algn="l">
              <a:buFont typeface="Arial" panose="020B0604020202020204" pitchFamily="34" charset="0"/>
              <a:buChar char="•"/>
            </a:pPr>
            <a:r>
              <a:rPr lang="en-US" sz="1200" b="0" i="0" dirty="0">
                <a:effectLst/>
                <a:latin typeface="Segoe WPC"/>
              </a:rPr>
              <a:t>Role</a:t>
            </a:r>
          </a:p>
          <a:p>
            <a:pPr algn="l">
              <a:buFont typeface="Arial" panose="020B0604020202020204" pitchFamily="34" charset="0"/>
              <a:buChar char="•"/>
            </a:pPr>
            <a:r>
              <a:rPr lang="en-US" sz="1200" b="0" i="0" dirty="0">
                <a:effectLst/>
                <a:latin typeface="Segoe WPC"/>
              </a:rPr>
              <a:t>Permission Mode: Read-Only or Read &amp; Write</a:t>
            </a:r>
          </a:p>
          <a:p>
            <a:pPr algn="l">
              <a:buFont typeface="Arial" panose="020B0604020202020204" pitchFamily="34" charset="0"/>
              <a:buChar char="•"/>
            </a:pPr>
            <a:r>
              <a:rPr lang="en-US" sz="1200" b="0" i="0" dirty="0">
                <a:effectLst/>
                <a:latin typeface="Segoe WPC"/>
              </a:rPr>
              <a:t>Application permissions</a:t>
            </a:r>
          </a:p>
          <a:p>
            <a:pPr algn="l">
              <a:buFont typeface="Arial" panose="020B0604020202020204" pitchFamily="34" charset="0"/>
              <a:buChar char="•"/>
            </a:pPr>
            <a:r>
              <a:rPr lang="en-US" sz="1200" b="0" i="0" dirty="0">
                <a:effectLst/>
                <a:latin typeface="Segoe WPC"/>
              </a:rPr>
              <a:t>Allowed connections and</a:t>
            </a:r>
            <a:r>
              <a:rPr lang="en-US" sz="1200" b="0" i="0" dirty="0">
                <a:solidFill>
                  <a:srgbClr val="BFBFBF"/>
                </a:solidFill>
                <a:effectLst/>
                <a:latin typeface="Segoe WPC"/>
              </a:rPr>
              <a:t> </a:t>
            </a:r>
            <a:r>
              <a:rPr lang="en-US" sz="1200" b="0" i="0" dirty="0">
                <a:effectLst/>
                <a:latin typeface="Segoe WPC"/>
              </a:rPr>
              <a:t>databases</a:t>
            </a:r>
          </a:p>
        </p:txBody>
      </p:sp>
      <p:sp>
        <p:nvSpPr>
          <p:cNvPr id="7" name="TextBox 6">
            <a:extLst>
              <a:ext uri="{FF2B5EF4-FFF2-40B4-BE49-F238E27FC236}">
                <a16:creationId xmlns:a16="http://schemas.microsoft.com/office/drawing/2014/main" id="{51BB83E6-36D5-4510-8F97-A430AFB66714}"/>
              </a:ext>
            </a:extLst>
          </p:cNvPr>
          <p:cNvSpPr txBox="1"/>
          <p:nvPr/>
        </p:nvSpPr>
        <p:spPr>
          <a:xfrm>
            <a:off x="235439" y="107477"/>
            <a:ext cx="5414734" cy="400110"/>
          </a:xfrm>
          <a:prstGeom prst="rect">
            <a:avLst/>
          </a:prstGeom>
          <a:noFill/>
        </p:spPr>
        <p:txBody>
          <a:bodyPr wrap="square">
            <a:spAutoFit/>
          </a:bodyPr>
          <a:lstStyle/>
          <a:p>
            <a:pPr algn="l"/>
            <a:r>
              <a:rPr lang="en-US" b="1" i="0" dirty="0">
                <a:effectLst/>
                <a:latin typeface="Segoe WPC"/>
              </a:rPr>
              <a:t> </a:t>
            </a:r>
            <a:r>
              <a:rPr lang="en-US" sz="2000" b="1" i="0" dirty="0">
                <a:effectLst/>
                <a:latin typeface="Segoe WPC"/>
              </a:rPr>
              <a:t>5. Create User</a:t>
            </a:r>
          </a:p>
        </p:txBody>
      </p:sp>
      <p:sp>
        <p:nvSpPr>
          <p:cNvPr id="6" name="Shape 2">
            <a:extLst>
              <a:ext uri="{FF2B5EF4-FFF2-40B4-BE49-F238E27FC236}">
                <a16:creationId xmlns:a16="http://schemas.microsoft.com/office/drawing/2014/main" id="{C58B7721-92C4-4690-A1E3-0C4CC03E9422}"/>
              </a:ext>
            </a:extLst>
          </p:cNvPr>
          <p:cNvSpPr/>
          <p:nvPr/>
        </p:nvSpPr>
        <p:spPr>
          <a:xfrm flipV="1">
            <a:off x="339286" y="529872"/>
            <a:ext cx="2001305" cy="45720"/>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1984086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CD8CD1-4788-4EA7-A7A3-A73904748F43}"/>
              </a:ext>
            </a:extLst>
          </p:cNvPr>
          <p:cNvSpPr txBox="1"/>
          <p:nvPr/>
        </p:nvSpPr>
        <p:spPr>
          <a:xfrm>
            <a:off x="126609" y="104188"/>
            <a:ext cx="8855613" cy="1200329"/>
          </a:xfrm>
          <a:prstGeom prst="rect">
            <a:avLst/>
          </a:prstGeom>
          <a:noFill/>
        </p:spPr>
        <p:txBody>
          <a:bodyPr wrap="square">
            <a:spAutoFit/>
          </a:bodyPr>
          <a:lstStyle/>
          <a:p>
            <a:pPr algn="l"/>
            <a:r>
              <a:rPr lang="en-US" b="1" i="0" dirty="0">
                <a:effectLst/>
                <a:latin typeface="Segoe WPC"/>
              </a:rPr>
              <a:t>6. Database Connections</a:t>
            </a:r>
            <a:br>
              <a:rPr lang="en-US" b="1" i="0" dirty="0">
                <a:effectLst/>
                <a:latin typeface="Segoe WPC"/>
              </a:rPr>
            </a:br>
            <a:endParaRPr lang="en-US" b="1" i="0" dirty="0">
              <a:effectLst/>
              <a:latin typeface="Segoe WPC"/>
            </a:endParaRPr>
          </a:p>
          <a:p>
            <a:pPr algn="l"/>
            <a:r>
              <a:rPr lang="en-US" sz="1200" b="0" i="0" dirty="0">
                <a:effectLst/>
                <a:latin typeface="Segoe WPC"/>
              </a:rPr>
              <a:t>The Dashboard provides a central place to view and manage database connections available to the user. Users can add a new connection, browse existing ones, and filter the list by database type, role, or user. Selecting a connection opens its database workspace, where the user can access the features allowed by their permissions.</a:t>
            </a:r>
          </a:p>
        </p:txBody>
      </p:sp>
      <p:pic>
        <p:nvPicPr>
          <p:cNvPr id="7" name="Picture 6">
            <a:extLst>
              <a:ext uri="{FF2B5EF4-FFF2-40B4-BE49-F238E27FC236}">
                <a16:creationId xmlns:a16="http://schemas.microsoft.com/office/drawing/2014/main" id="{D9608C25-9798-46F4-A0FA-47ECA892C2ED}"/>
              </a:ext>
            </a:extLst>
          </p:cNvPr>
          <p:cNvPicPr>
            <a:picLocks noChangeAspect="1"/>
          </p:cNvPicPr>
          <p:nvPr/>
        </p:nvPicPr>
        <p:blipFill>
          <a:blip r:embed="rId2"/>
          <a:stretch>
            <a:fillRect/>
          </a:stretch>
        </p:blipFill>
        <p:spPr>
          <a:xfrm>
            <a:off x="2785402" y="1439234"/>
            <a:ext cx="6281225" cy="3579606"/>
          </a:xfrm>
          <a:prstGeom prst="rect">
            <a:avLst/>
          </a:prstGeom>
        </p:spPr>
      </p:pic>
      <p:sp>
        <p:nvSpPr>
          <p:cNvPr id="9" name="TextBox 8">
            <a:extLst>
              <a:ext uri="{FF2B5EF4-FFF2-40B4-BE49-F238E27FC236}">
                <a16:creationId xmlns:a16="http://schemas.microsoft.com/office/drawing/2014/main" id="{823574B9-A4DD-497A-B6BD-A81D638B4694}"/>
              </a:ext>
            </a:extLst>
          </p:cNvPr>
          <p:cNvSpPr txBox="1"/>
          <p:nvPr/>
        </p:nvSpPr>
        <p:spPr>
          <a:xfrm>
            <a:off x="126609" y="1439234"/>
            <a:ext cx="2570871" cy="2215991"/>
          </a:xfrm>
          <a:prstGeom prst="rect">
            <a:avLst/>
          </a:prstGeom>
          <a:noFill/>
        </p:spPr>
        <p:txBody>
          <a:bodyPr wrap="square">
            <a:spAutoFit/>
          </a:bodyPr>
          <a:lstStyle/>
          <a:p>
            <a:pPr algn="l"/>
            <a:r>
              <a:rPr lang="en-US" sz="1600" b="1" i="0" dirty="0">
                <a:effectLst/>
                <a:latin typeface="Segoe WPC"/>
              </a:rPr>
              <a:t>Key features</a:t>
            </a:r>
            <a:endParaRPr lang="en-US" sz="1600" b="0" i="0" dirty="0">
              <a:effectLst/>
              <a:latin typeface="Segoe WPC"/>
            </a:endParaRPr>
          </a:p>
          <a:p>
            <a:pPr algn="l">
              <a:buFont typeface="Arial" panose="020B0604020202020204" pitchFamily="34" charset="0"/>
              <a:buChar char="•"/>
            </a:pPr>
            <a:r>
              <a:rPr lang="en-US" sz="1200" b="0" i="0" dirty="0">
                <a:effectLst/>
                <a:latin typeface="Segoe WPC"/>
              </a:rPr>
              <a:t>View the number of available connections</a:t>
            </a:r>
          </a:p>
          <a:p>
            <a:pPr algn="l">
              <a:buFont typeface="Arial" panose="020B0604020202020204" pitchFamily="34" charset="0"/>
              <a:buChar char="•"/>
            </a:pPr>
            <a:r>
              <a:rPr lang="en-US" sz="1200" b="0" i="0" dirty="0">
                <a:effectLst/>
                <a:latin typeface="Segoe WPC"/>
              </a:rPr>
              <a:t>Add or manage database connections</a:t>
            </a:r>
          </a:p>
          <a:p>
            <a:pPr algn="l">
              <a:buFont typeface="Arial" panose="020B0604020202020204" pitchFamily="34" charset="0"/>
              <a:buChar char="•"/>
            </a:pPr>
            <a:r>
              <a:rPr lang="en-US" sz="1200" b="0" i="0" dirty="0">
                <a:effectLst/>
                <a:latin typeface="Segoe WPC"/>
              </a:rPr>
              <a:t>Filter connections by database type, role, or user</a:t>
            </a:r>
          </a:p>
          <a:p>
            <a:pPr algn="l">
              <a:buFont typeface="Arial" panose="020B0604020202020204" pitchFamily="34" charset="0"/>
              <a:buChar char="•"/>
            </a:pPr>
            <a:r>
              <a:rPr lang="en-US" sz="1200" b="0" i="0" dirty="0">
                <a:effectLst/>
                <a:latin typeface="Segoe WPC"/>
              </a:rPr>
              <a:t>Open a connection to access its database workspace</a:t>
            </a:r>
          </a:p>
          <a:p>
            <a:pPr algn="l">
              <a:buFont typeface="Arial" panose="020B0604020202020204" pitchFamily="34" charset="0"/>
              <a:buChar char="•"/>
            </a:pPr>
            <a:r>
              <a:rPr lang="en-US" sz="1200" b="0" i="0" dirty="0">
                <a:effectLst/>
                <a:latin typeface="Segoe WPC"/>
              </a:rPr>
              <a:t>Access is controlled by user permissions</a:t>
            </a:r>
          </a:p>
        </p:txBody>
      </p:sp>
      <p:sp>
        <p:nvSpPr>
          <p:cNvPr id="6" name="Shape 2">
            <a:extLst>
              <a:ext uri="{FF2B5EF4-FFF2-40B4-BE49-F238E27FC236}">
                <a16:creationId xmlns:a16="http://schemas.microsoft.com/office/drawing/2014/main" id="{CC5E2D58-0D59-4C4B-BEF2-E5ABE043C0DB}"/>
              </a:ext>
            </a:extLst>
          </p:cNvPr>
          <p:cNvSpPr/>
          <p:nvPr/>
        </p:nvSpPr>
        <p:spPr>
          <a:xfrm flipV="1">
            <a:off x="253848" y="460609"/>
            <a:ext cx="2659949" cy="45720"/>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2250345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FF2307-D213-4803-A86F-FA5DA6199203}"/>
              </a:ext>
            </a:extLst>
          </p:cNvPr>
          <p:cNvSpPr txBox="1"/>
          <p:nvPr/>
        </p:nvSpPr>
        <p:spPr>
          <a:xfrm>
            <a:off x="423080" y="513388"/>
            <a:ext cx="7997588" cy="3693319"/>
          </a:xfrm>
          <a:prstGeom prst="rect">
            <a:avLst/>
          </a:prstGeom>
          <a:noFill/>
        </p:spPr>
        <p:txBody>
          <a:bodyPr wrap="square">
            <a:spAutoFit/>
          </a:bodyPr>
          <a:lstStyle/>
          <a:p>
            <a:pPr algn="l">
              <a:buFont typeface="+mj-lt"/>
              <a:buAutoNum type="arabicPeriod"/>
            </a:pPr>
            <a:r>
              <a:rPr lang="en-US" b="0" i="0" dirty="0">
                <a:effectLst/>
                <a:latin typeface="Segoe WPC"/>
              </a:rPr>
              <a:t>Click </a:t>
            </a:r>
            <a:r>
              <a:rPr lang="en-US" b="1" i="0" dirty="0">
                <a:effectLst/>
                <a:latin typeface="Segoe WPC"/>
              </a:rPr>
              <a:t>+ Add Connection</a:t>
            </a:r>
            <a:r>
              <a:rPr lang="en-US" b="0" i="0" dirty="0">
                <a:effectLst/>
                <a:latin typeface="Segoe WPC"/>
              </a:rPr>
              <a:t> to open the connection form.</a:t>
            </a:r>
          </a:p>
          <a:p>
            <a:pPr algn="l">
              <a:buFont typeface="+mj-lt"/>
              <a:buAutoNum type="arabicPeriod"/>
            </a:pPr>
            <a:r>
              <a:rPr lang="en-US" b="0" i="0" dirty="0">
                <a:effectLst/>
                <a:latin typeface="Segoe WPC"/>
              </a:rPr>
              <a:t>Enter a </a:t>
            </a:r>
            <a:r>
              <a:rPr lang="en-US" b="1" i="0" dirty="0">
                <a:effectLst/>
                <a:latin typeface="Segoe WPC"/>
              </a:rPr>
              <a:t>Connection Name</a:t>
            </a:r>
            <a:r>
              <a:rPr lang="en-US" b="0" i="0" dirty="0">
                <a:effectLst/>
                <a:latin typeface="Segoe WPC"/>
              </a:rPr>
              <a:t>, such as </a:t>
            </a:r>
            <a:r>
              <a:rPr lang="en-US" b="0" i="1" dirty="0">
                <a:effectLst/>
                <a:latin typeface="Segoe WPC"/>
              </a:rPr>
              <a:t>Company MySQL</a:t>
            </a:r>
            <a:r>
              <a:rPr lang="en-US" b="0" i="0" dirty="0">
                <a:effectLst/>
                <a:latin typeface="Segoe WPC"/>
              </a:rPr>
              <a:t> or </a:t>
            </a:r>
            <a:r>
              <a:rPr lang="en-US" b="0" i="1" dirty="0">
                <a:effectLst/>
                <a:latin typeface="Segoe WPC"/>
              </a:rPr>
              <a:t>Analytics DB</a:t>
            </a:r>
            <a:r>
              <a:rPr lang="en-US" b="0" i="0" dirty="0">
                <a:effectLst/>
                <a:latin typeface="Segoe WPC"/>
              </a:rPr>
              <a:t>.</a:t>
            </a:r>
          </a:p>
          <a:p>
            <a:pPr algn="l">
              <a:buFont typeface="+mj-lt"/>
              <a:buAutoNum type="arabicPeriod"/>
            </a:pPr>
            <a:r>
              <a:rPr lang="en-US" b="0" i="0" dirty="0">
                <a:effectLst/>
                <a:latin typeface="Segoe WPC"/>
              </a:rPr>
              <a:t>Select the </a:t>
            </a:r>
            <a:r>
              <a:rPr lang="en-US" b="1" i="0" dirty="0">
                <a:effectLst/>
                <a:latin typeface="Segoe WPC"/>
              </a:rPr>
              <a:t>Database Type</a:t>
            </a:r>
            <a:r>
              <a:rPr lang="en-US" b="0" i="0" dirty="0">
                <a:effectLst/>
                <a:latin typeface="Segoe WPC"/>
              </a:rPr>
              <a:t>: MySQL, PostgreSQL, MongoDB, or Oracle.</a:t>
            </a:r>
          </a:p>
          <a:p>
            <a:pPr algn="l">
              <a:buFont typeface="+mj-lt"/>
              <a:buAutoNum type="arabicPeriod"/>
            </a:pPr>
            <a:r>
              <a:rPr lang="en-US" b="0" i="0" dirty="0">
                <a:effectLst/>
                <a:latin typeface="Segoe WPC"/>
              </a:rPr>
              <a:t>Enter the database connection details:</a:t>
            </a:r>
          </a:p>
          <a:p>
            <a:pPr marL="742950" lvl="1" indent="-285750" algn="l">
              <a:buFont typeface="+mj-lt"/>
              <a:buAutoNum type="arabicPeriod"/>
            </a:pPr>
            <a:r>
              <a:rPr lang="en-US" b="0" i="0" dirty="0">
                <a:effectLst/>
                <a:latin typeface="Segoe WPC"/>
              </a:rPr>
              <a:t>Host and port</a:t>
            </a:r>
          </a:p>
          <a:p>
            <a:pPr marL="742950" lvl="1" indent="-285750" algn="l">
              <a:buFont typeface="+mj-lt"/>
              <a:buAutoNum type="arabicPeriod"/>
            </a:pPr>
            <a:r>
              <a:rPr lang="en-US" b="0" i="0" dirty="0">
                <a:effectLst/>
                <a:latin typeface="Segoe WPC"/>
              </a:rPr>
              <a:t>Username and password</a:t>
            </a:r>
          </a:p>
          <a:p>
            <a:pPr marL="742950" lvl="1" indent="-285750" algn="l">
              <a:buFont typeface="+mj-lt"/>
              <a:buAutoNum type="arabicPeriod"/>
            </a:pPr>
            <a:r>
              <a:rPr lang="en-US" b="0" i="0" dirty="0">
                <a:effectLst/>
                <a:latin typeface="Segoe WPC"/>
              </a:rPr>
              <a:t>Default database (optional; Oracle requires a service name or SID)</a:t>
            </a:r>
          </a:p>
          <a:p>
            <a:pPr marL="742950" lvl="1" indent="-285750" algn="l">
              <a:buFont typeface="+mj-lt"/>
              <a:buAutoNum type="arabicPeriod"/>
            </a:pPr>
            <a:r>
              <a:rPr lang="en-US" b="0" i="0" dirty="0">
                <a:effectLst/>
                <a:latin typeface="Segoe WPC"/>
              </a:rPr>
              <a:t>For MongoDB, enter the details in structured fields or provide a connection URI.</a:t>
            </a:r>
          </a:p>
          <a:p>
            <a:pPr marL="742950" lvl="1" indent="-285750" algn="l">
              <a:buFont typeface="+mj-lt"/>
              <a:buAutoNum type="arabicPeriod"/>
            </a:pPr>
            <a:r>
              <a:rPr lang="en-US" b="0" i="0" dirty="0">
                <a:effectLst/>
                <a:latin typeface="Segoe WPC"/>
              </a:rPr>
              <a:t>Enable </a:t>
            </a:r>
            <a:r>
              <a:rPr lang="en-US" b="1" i="0" dirty="0">
                <a:effectLst/>
                <a:latin typeface="Segoe WPC"/>
              </a:rPr>
              <a:t>SSL/TLS</a:t>
            </a:r>
            <a:r>
              <a:rPr lang="en-US" b="0" i="0" dirty="0">
                <a:effectLst/>
                <a:latin typeface="Segoe WPC"/>
              </a:rPr>
              <a:t> if required by your database provider.</a:t>
            </a:r>
          </a:p>
          <a:p>
            <a:pPr algn="l">
              <a:buFont typeface="+mj-lt"/>
              <a:buAutoNum type="arabicPeriod"/>
            </a:pPr>
            <a:r>
              <a:rPr lang="en-US" b="0" i="0" dirty="0">
                <a:effectLst/>
                <a:latin typeface="Segoe WPC"/>
              </a:rPr>
              <a:t>Choose an </a:t>
            </a:r>
            <a:r>
              <a:rPr lang="en-US" b="1" i="0" dirty="0">
                <a:effectLst/>
                <a:latin typeface="Segoe WPC"/>
              </a:rPr>
              <a:t>Access Mode</a:t>
            </a:r>
            <a:r>
              <a:rPr lang="en-US" b="0" i="0" dirty="0">
                <a:effectLst/>
                <a:latin typeface="Segoe WPC"/>
              </a:rPr>
              <a:t>: </a:t>
            </a:r>
            <a:r>
              <a:rPr lang="en-US" b="1" i="0" dirty="0">
                <a:effectLst/>
                <a:latin typeface="Segoe WPC"/>
              </a:rPr>
              <a:t>Read Only</a:t>
            </a:r>
            <a:r>
              <a:rPr lang="en-US" b="0" i="0" dirty="0">
                <a:effectLst/>
                <a:latin typeface="Segoe WPC"/>
              </a:rPr>
              <a:t> or </a:t>
            </a:r>
            <a:r>
              <a:rPr lang="en-US" b="1" i="0" dirty="0">
                <a:effectLst/>
                <a:latin typeface="Segoe WPC"/>
              </a:rPr>
              <a:t>Read &amp; Write</a:t>
            </a:r>
            <a:r>
              <a:rPr lang="en-US" b="0" i="0" dirty="0">
                <a:effectLst/>
                <a:latin typeface="Segoe WPC"/>
              </a:rPr>
              <a:t>.</a:t>
            </a:r>
          </a:p>
          <a:p>
            <a:pPr algn="l">
              <a:buFont typeface="+mj-lt"/>
              <a:buAutoNum type="arabicPeriod"/>
            </a:pPr>
            <a:r>
              <a:rPr lang="en-US" b="0" i="0" dirty="0">
                <a:effectLst/>
                <a:latin typeface="Segoe WPC"/>
              </a:rPr>
              <a:t>Click </a:t>
            </a:r>
            <a:r>
              <a:rPr lang="en-US" b="1" i="0" dirty="0">
                <a:effectLst/>
                <a:latin typeface="Segoe WPC"/>
              </a:rPr>
              <a:t>Test Connection</a:t>
            </a:r>
            <a:r>
              <a:rPr lang="en-US" b="0" i="0" dirty="0">
                <a:effectLst/>
                <a:latin typeface="Segoe WPC"/>
              </a:rPr>
              <a:t> to verify that the application can reach the database using the details provided.</a:t>
            </a:r>
          </a:p>
        </p:txBody>
      </p:sp>
      <p:sp>
        <p:nvSpPr>
          <p:cNvPr id="5" name="TextBox 4">
            <a:extLst>
              <a:ext uri="{FF2B5EF4-FFF2-40B4-BE49-F238E27FC236}">
                <a16:creationId xmlns:a16="http://schemas.microsoft.com/office/drawing/2014/main" id="{89073A70-704B-4236-A46F-570E6D91037B}"/>
              </a:ext>
            </a:extLst>
          </p:cNvPr>
          <p:cNvSpPr txBox="1"/>
          <p:nvPr/>
        </p:nvSpPr>
        <p:spPr>
          <a:xfrm>
            <a:off x="320722" y="20296"/>
            <a:ext cx="4572000" cy="369332"/>
          </a:xfrm>
          <a:prstGeom prst="rect">
            <a:avLst/>
          </a:prstGeom>
          <a:noFill/>
        </p:spPr>
        <p:txBody>
          <a:bodyPr wrap="square">
            <a:spAutoFit/>
          </a:bodyPr>
          <a:lstStyle/>
          <a:p>
            <a:r>
              <a:rPr lang="en-US" b="1" i="0" dirty="0">
                <a:effectLst/>
                <a:latin typeface="Segoe WPC"/>
              </a:rPr>
              <a:t>7.  Add Connection</a:t>
            </a:r>
            <a:r>
              <a:rPr lang="en-US" b="0" i="0" dirty="0">
                <a:effectLst/>
                <a:latin typeface="Segoe WPC"/>
              </a:rPr>
              <a:t> </a:t>
            </a:r>
            <a:endParaRPr lang="en-US" dirty="0"/>
          </a:p>
        </p:txBody>
      </p:sp>
      <p:sp>
        <p:nvSpPr>
          <p:cNvPr id="4" name="Shape 2">
            <a:extLst>
              <a:ext uri="{FF2B5EF4-FFF2-40B4-BE49-F238E27FC236}">
                <a16:creationId xmlns:a16="http://schemas.microsoft.com/office/drawing/2014/main" id="{0B1ACD63-F06A-446A-82CD-5A06590AA76B}"/>
              </a:ext>
            </a:extLst>
          </p:cNvPr>
          <p:cNvSpPr/>
          <p:nvPr/>
        </p:nvSpPr>
        <p:spPr>
          <a:xfrm flipV="1">
            <a:off x="423080" y="389628"/>
            <a:ext cx="2060813" cy="45720"/>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1335121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6127E03-9020-4E36-8675-9E83EA17BC4D}"/>
              </a:ext>
            </a:extLst>
          </p:cNvPr>
          <p:cNvPicPr>
            <a:picLocks noChangeAspect="1"/>
          </p:cNvPicPr>
          <p:nvPr/>
        </p:nvPicPr>
        <p:blipFill>
          <a:blip r:embed="rId2"/>
          <a:stretch>
            <a:fillRect/>
          </a:stretch>
        </p:blipFill>
        <p:spPr>
          <a:xfrm>
            <a:off x="402609" y="121079"/>
            <a:ext cx="8318310" cy="3243822"/>
          </a:xfrm>
          <a:prstGeom prst="rect">
            <a:avLst/>
          </a:prstGeom>
        </p:spPr>
      </p:pic>
      <p:sp>
        <p:nvSpPr>
          <p:cNvPr id="7" name="TextBox 6">
            <a:extLst>
              <a:ext uri="{FF2B5EF4-FFF2-40B4-BE49-F238E27FC236}">
                <a16:creationId xmlns:a16="http://schemas.microsoft.com/office/drawing/2014/main" id="{6F3A7E8E-25B9-4DB4-9C5E-46DB2BF25AF7}"/>
              </a:ext>
            </a:extLst>
          </p:cNvPr>
          <p:cNvSpPr txBox="1"/>
          <p:nvPr/>
        </p:nvSpPr>
        <p:spPr>
          <a:xfrm>
            <a:off x="300251" y="3875838"/>
            <a:ext cx="8843749" cy="1015663"/>
          </a:xfrm>
          <a:prstGeom prst="rect">
            <a:avLst/>
          </a:prstGeom>
          <a:noFill/>
        </p:spPr>
        <p:txBody>
          <a:bodyPr wrap="square">
            <a:spAutoFit/>
          </a:bodyPr>
          <a:lstStyle/>
          <a:p>
            <a:pPr algn="l"/>
            <a:r>
              <a:rPr lang="en-US" sz="1200" b="0" i="0" dirty="0">
                <a:effectLst/>
                <a:latin typeface="Segoe WPC"/>
              </a:rPr>
              <a:t>7. Click</a:t>
            </a:r>
            <a:r>
              <a:rPr lang="en-US" b="0" i="0" dirty="0">
                <a:effectLst/>
                <a:latin typeface="Segoe WPC"/>
              </a:rPr>
              <a:t> </a:t>
            </a:r>
            <a:r>
              <a:rPr lang="en-US" sz="1400" b="1" i="0" dirty="0">
                <a:effectLst/>
                <a:latin typeface="Segoe WPC"/>
              </a:rPr>
              <a:t>Save Connection</a:t>
            </a:r>
            <a:r>
              <a:rPr lang="en-US" b="0" i="0" dirty="0">
                <a:effectLst/>
                <a:latin typeface="Segoe WPC"/>
              </a:rPr>
              <a:t>. </a:t>
            </a:r>
            <a:r>
              <a:rPr lang="en-US" sz="1200" b="0" i="0" dirty="0">
                <a:effectLst/>
                <a:latin typeface="Segoe WPC"/>
              </a:rPr>
              <a:t>The application tests the connection again and saves it only if the test succeeds.</a:t>
            </a:r>
          </a:p>
          <a:p>
            <a:pPr algn="l"/>
            <a:r>
              <a:rPr lang="en-US" sz="1200" b="0" i="0" dirty="0">
                <a:effectLst/>
                <a:latin typeface="Segoe WPC"/>
              </a:rPr>
              <a:t>8. After saving, the connection appears in the connections list. Open it to access its database workspace.</a:t>
            </a:r>
          </a:p>
          <a:p>
            <a:pPr algn="l"/>
            <a:r>
              <a:rPr lang="en-US" sz="1400" b="1" i="0" dirty="0">
                <a:effectLst/>
                <a:latin typeface="Segoe WPC"/>
              </a:rPr>
              <a:t>Note:</a:t>
            </a:r>
            <a:r>
              <a:rPr lang="en-US" b="0" i="0" dirty="0">
                <a:effectLst/>
                <a:latin typeface="Segoe WPC"/>
              </a:rPr>
              <a:t> </a:t>
            </a:r>
            <a:r>
              <a:rPr lang="en-US" sz="1200" b="0" i="0" dirty="0">
                <a:effectLst/>
                <a:latin typeface="Segoe WPC"/>
              </a:rPr>
              <a:t>Adding a connection links the application to an existing database; it does not create a new database. You need </a:t>
            </a:r>
            <a:r>
              <a:rPr lang="en-US" sz="1200" b="1" i="0" dirty="0">
                <a:effectLst/>
                <a:latin typeface="Segoe WPC"/>
              </a:rPr>
              <a:t>Manage Connections</a:t>
            </a:r>
            <a:r>
              <a:rPr lang="en-US" sz="1200" b="0" i="0" dirty="0">
                <a:effectLst/>
                <a:latin typeface="Segoe WPC"/>
              </a:rPr>
              <a:t> permission to add or manage connections.</a:t>
            </a:r>
            <a:endParaRPr lang="en-US" b="0" i="0" dirty="0">
              <a:effectLst/>
              <a:latin typeface="Segoe WPC"/>
            </a:endParaRPr>
          </a:p>
        </p:txBody>
      </p:sp>
    </p:spTree>
    <p:extLst>
      <p:ext uri="{BB962C8B-B14F-4D97-AF65-F5344CB8AC3E}">
        <p14:creationId xmlns:p14="http://schemas.microsoft.com/office/powerpoint/2010/main" val="2132271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07D8A9-1682-4CE7-9971-BEA6B87DF994}"/>
              </a:ext>
            </a:extLst>
          </p:cNvPr>
          <p:cNvPicPr>
            <a:picLocks noChangeAspect="1"/>
          </p:cNvPicPr>
          <p:nvPr/>
        </p:nvPicPr>
        <p:blipFill>
          <a:blip r:embed="rId2"/>
          <a:stretch>
            <a:fillRect/>
          </a:stretch>
        </p:blipFill>
        <p:spPr>
          <a:xfrm>
            <a:off x="334371" y="1396895"/>
            <a:ext cx="8004412" cy="2883296"/>
          </a:xfrm>
          <a:prstGeom prst="rect">
            <a:avLst/>
          </a:prstGeom>
        </p:spPr>
      </p:pic>
      <p:sp>
        <p:nvSpPr>
          <p:cNvPr id="5" name="TextBox 4">
            <a:extLst>
              <a:ext uri="{FF2B5EF4-FFF2-40B4-BE49-F238E27FC236}">
                <a16:creationId xmlns:a16="http://schemas.microsoft.com/office/drawing/2014/main" id="{7630040C-7C16-4684-86E9-05E2720967AA}"/>
              </a:ext>
            </a:extLst>
          </p:cNvPr>
          <p:cNvSpPr txBox="1"/>
          <p:nvPr/>
        </p:nvSpPr>
        <p:spPr>
          <a:xfrm>
            <a:off x="334371" y="107497"/>
            <a:ext cx="8270542" cy="1077218"/>
          </a:xfrm>
          <a:prstGeom prst="rect">
            <a:avLst/>
          </a:prstGeom>
          <a:noFill/>
        </p:spPr>
        <p:txBody>
          <a:bodyPr wrap="square">
            <a:spAutoFit/>
          </a:bodyPr>
          <a:lstStyle/>
          <a:p>
            <a:pPr algn="l"/>
            <a:r>
              <a:rPr lang="en-US" b="1" i="0" dirty="0">
                <a:effectLst/>
                <a:latin typeface="Segoe WPC"/>
              </a:rPr>
              <a:t>8. All Connection Query</a:t>
            </a:r>
            <a:br>
              <a:rPr lang="en-US" b="1" i="0" dirty="0">
                <a:solidFill>
                  <a:srgbClr val="BFBFBF"/>
                </a:solidFill>
                <a:effectLst/>
                <a:latin typeface="Segoe WPC"/>
              </a:rPr>
            </a:br>
            <a:endParaRPr lang="en-US" b="1" i="0" dirty="0">
              <a:solidFill>
                <a:srgbClr val="BFBFBF"/>
              </a:solidFill>
              <a:effectLst/>
              <a:latin typeface="Segoe WPC"/>
            </a:endParaRPr>
          </a:p>
          <a:p>
            <a:pPr algn="l"/>
            <a:r>
              <a:rPr lang="en-US" sz="1400" b="1" i="0" dirty="0">
                <a:effectLst/>
                <a:latin typeface="Segoe WPC"/>
              </a:rPr>
              <a:t>All Connection Query</a:t>
            </a:r>
            <a:r>
              <a:rPr lang="en-US" sz="1400" b="0" i="0" dirty="0">
                <a:effectLst/>
                <a:latin typeface="Segoe WPC"/>
              </a:rPr>
              <a:t> lets users run the same query against multiple selected database connections and databases from one screen.</a:t>
            </a:r>
          </a:p>
        </p:txBody>
      </p:sp>
      <p:sp>
        <p:nvSpPr>
          <p:cNvPr id="4" name="Shape 2">
            <a:extLst>
              <a:ext uri="{FF2B5EF4-FFF2-40B4-BE49-F238E27FC236}">
                <a16:creationId xmlns:a16="http://schemas.microsoft.com/office/drawing/2014/main" id="{CE594035-BD46-497C-80BE-87DADF243A48}"/>
              </a:ext>
            </a:extLst>
          </p:cNvPr>
          <p:cNvSpPr/>
          <p:nvPr/>
        </p:nvSpPr>
        <p:spPr>
          <a:xfrm flipV="1">
            <a:off x="438093" y="522024"/>
            <a:ext cx="2571238" cy="45720"/>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1952810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E8C9C8-F1C9-47BC-89A5-009DDCF256AB}"/>
              </a:ext>
            </a:extLst>
          </p:cNvPr>
          <p:cNvSpPr txBox="1"/>
          <p:nvPr/>
        </p:nvSpPr>
        <p:spPr>
          <a:xfrm>
            <a:off x="218364" y="48693"/>
            <a:ext cx="8570794" cy="2677656"/>
          </a:xfrm>
          <a:prstGeom prst="rect">
            <a:avLst/>
          </a:prstGeom>
          <a:noFill/>
        </p:spPr>
        <p:txBody>
          <a:bodyPr wrap="square">
            <a:spAutoFit/>
          </a:bodyPr>
          <a:lstStyle/>
          <a:p>
            <a:r>
              <a:rPr lang="en-US" sz="2000" b="1" i="0" dirty="0">
                <a:effectLst/>
                <a:latin typeface="Segoe WPC"/>
              </a:rPr>
              <a:t>Process</a:t>
            </a:r>
            <a:br>
              <a:rPr lang="en-US" b="1" i="0" dirty="0">
                <a:effectLst/>
                <a:latin typeface="Segoe WPC"/>
              </a:rPr>
            </a:br>
            <a:endParaRPr lang="en-US" b="0" i="0" dirty="0">
              <a:effectLst/>
              <a:latin typeface="Segoe WPC"/>
            </a:endParaRPr>
          </a:p>
          <a:p>
            <a:pPr algn="l">
              <a:buFont typeface="+mj-lt"/>
              <a:buAutoNum type="arabicPeriod"/>
            </a:pPr>
            <a:r>
              <a:rPr lang="en-US" sz="1400" b="0" i="0" dirty="0">
                <a:effectLst/>
                <a:latin typeface="Segoe WPC"/>
              </a:rPr>
              <a:t>Open</a:t>
            </a:r>
            <a:r>
              <a:rPr lang="en-US" b="0" i="0" dirty="0">
                <a:effectLst/>
                <a:latin typeface="Segoe WPC"/>
              </a:rPr>
              <a:t> </a:t>
            </a:r>
            <a:r>
              <a:rPr lang="en-US" sz="1400" b="1" i="0" dirty="0">
                <a:effectLst/>
                <a:latin typeface="Segoe WPC"/>
              </a:rPr>
              <a:t>Query Editor</a:t>
            </a:r>
            <a:r>
              <a:rPr lang="en-US" sz="1400" b="0" i="0" dirty="0">
                <a:effectLst/>
                <a:latin typeface="Segoe WPC"/>
              </a:rPr>
              <a:t> and select </a:t>
            </a:r>
            <a:r>
              <a:rPr lang="en-US" sz="1400" b="1" i="0" dirty="0">
                <a:effectLst/>
                <a:latin typeface="Segoe WPC"/>
              </a:rPr>
              <a:t>All Connection Query</a:t>
            </a:r>
            <a:r>
              <a:rPr lang="en-US" sz="1400" b="0" i="0" dirty="0">
                <a:effectLst/>
                <a:latin typeface="Segoe WPC"/>
              </a:rPr>
              <a:t> mode.</a:t>
            </a:r>
          </a:p>
          <a:p>
            <a:pPr algn="l">
              <a:buFont typeface="+mj-lt"/>
              <a:buAutoNum type="arabicPeriod"/>
            </a:pPr>
            <a:r>
              <a:rPr lang="en-US" sz="1400" b="0" i="0" dirty="0">
                <a:effectLst/>
                <a:latin typeface="Segoe WPC"/>
              </a:rPr>
              <a:t>Filter connections by database type—MySQL, PostgreSQL, MongoDB, or Oracle—and search or select connections.</a:t>
            </a:r>
          </a:p>
          <a:p>
            <a:pPr algn="l">
              <a:buFont typeface="+mj-lt"/>
              <a:buAutoNum type="arabicPeriod"/>
            </a:pPr>
            <a:r>
              <a:rPr lang="en-US" sz="1400" b="0" i="0" dirty="0">
                <a:effectLst/>
                <a:latin typeface="Segoe WPC"/>
              </a:rPr>
              <a:t>For each connection, choose the database(s) to include. The selected connection/database combinations become the query targets.</a:t>
            </a:r>
          </a:p>
          <a:p>
            <a:pPr algn="l">
              <a:buFont typeface="+mj-lt"/>
              <a:buAutoNum type="arabicPeriod"/>
            </a:pPr>
            <a:r>
              <a:rPr lang="en-US" sz="1400" b="0" i="0" dirty="0">
                <a:effectLst/>
                <a:latin typeface="Segoe WPC"/>
              </a:rPr>
              <a:t>Enter a query and choose </a:t>
            </a:r>
            <a:r>
              <a:rPr lang="en-US" sz="1400" b="1" i="0" dirty="0">
                <a:effectLst/>
                <a:latin typeface="Segoe WPC"/>
              </a:rPr>
              <a:t>Run Selection</a:t>
            </a:r>
            <a:r>
              <a:rPr lang="en-US" sz="1400" b="0" i="0" dirty="0">
                <a:effectLst/>
                <a:latin typeface="Segoe WPC"/>
              </a:rPr>
              <a:t> to run highlighted text or </a:t>
            </a:r>
            <a:r>
              <a:rPr lang="en-US" sz="1400" b="1" i="0" dirty="0">
                <a:effectLst/>
                <a:latin typeface="Segoe WPC"/>
              </a:rPr>
              <a:t>Run All</a:t>
            </a:r>
            <a:r>
              <a:rPr lang="en-US" sz="1400" b="0" i="0" dirty="0">
                <a:effectLst/>
                <a:latin typeface="Segoe WPC"/>
              </a:rPr>
              <a:t> to run the entire script.</a:t>
            </a:r>
          </a:p>
          <a:p>
            <a:pPr algn="l">
              <a:buFont typeface="+mj-lt"/>
              <a:buAutoNum type="arabicPeriod"/>
            </a:pPr>
            <a:r>
              <a:rPr lang="en-US" sz="1400" b="0" i="0" dirty="0">
                <a:effectLst/>
                <a:latin typeface="Segoe WPC"/>
              </a:rPr>
              <a:t>The application runs the query against the selected targets and displays a summary of successful and failed executions, including execution time and result details for each target.</a:t>
            </a:r>
          </a:p>
          <a:p>
            <a:pPr algn="l">
              <a:buFont typeface="+mj-lt"/>
              <a:buAutoNum type="arabicPeriod"/>
            </a:pPr>
            <a:r>
              <a:rPr lang="en-US" sz="1400" b="0" i="0" dirty="0">
                <a:effectLst/>
                <a:latin typeface="Segoe WPC"/>
              </a:rPr>
              <a:t>Review individual results and export a target’s returned data as a CSV file when available.</a:t>
            </a:r>
          </a:p>
        </p:txBody>
      </p:sp>
      <p:sp>
        <p:nvSpPr>
          <p:cNvPr id="5" name="TextBox 4">
            <a:extLst>
              <a:ext uri="{FF2B5EF4-FFF2-40B4-BE49-F238E27FC236}">
                <a16:creationId xmlns:a16="http://schemas.microsoft.com/office/drawing/2014/main" id="{7A23420C-35E3-4C00-8BF2-7BDD926AED1F}"/>
              </a:ext>
            </a:extLst>
          </p:cNvPr>
          <p:cNvSpPr txBox="1"/>
          <p:nvPr/>
        </p:nvSpPr>
        <p:spPr>
          <a:xfrm>
            <a:off x="197892" y="3189871"/>
            <a:ext cx="7990764" cy="738664"/>
          </a:xfrm>
          <a:prstGeom prst="rect">
            <a:avLst/>
          </a:prstGeom>
          <a:noFill/>
        </p:spPr>
        <p:txBody>
          <a:bodyPr wrap="square">
            <a:spAutoFit/>
          </a:bodyPr>
          <a:lstStyle/>
          <a:p>
            <a:r>
              <a:rPr lang="en-US" sz="1400" b="1" i="0" dirty="0">
                <a:effectLst/>
                <a:latin typeface="Segoe WPC"/>
              </a:rPr>
              <a:t>Important:</a:t>
            </a:r>
            <a:r>
              <a:rPr lang="en-US" sz="1400" b="0" i="0" dirty="0">
                <a:effectLst/>
                <a:latin typeface="Segoe WPC"/>
              </a:rPr>
              <a:t> The query is sent to every selected target. Check your connection and database selections carefully before running it, especially for queries that change data. Read-only access restrictions still apply.</a:t>
            </a:r>
            <a:endParaRPr lang="en-US" sz="1400" dirty="0"/>
          </a:p>
        </p:txBody>
      </p:sp>
    </p:spTree>
    <p:extLst>
      <p:ext uri="{BB962C8B-B14F-4D97-AF65-F5344CB8AC3E}">
        <p14:creationId xmlns:p14="http://schemas.microsoft.com/office/powerpoint/2010/main" val="1352543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AB7671-AFDF-44F1-AD82-8D5FB2DAB6D5}"/>
              </a:ext>
            </a:extLst>
          </p:cNvPr>
          <p:cNvSpPr txBox="1"/>
          <p:nvPr/>
        </p:nvSpPr>
        <p:spPr>
          <a:xfrm>
            <a:off x="225188" y="66015"/>
            <a:ext cx="4572000" cy="369332"/>
          </a:xfrm>
          <a:prstGeom prst="rect">
            <a:avLst/>
          </a:prstGeom>
          <a:noFill/>
        </p:spPr>
        <p:txBody>
          <a:bodyPr wrap="square">
            <a:spAutoFit/>
          </a:bodyPr>
          <a:lstStyle/>
          <a:p>
            <a:pPr algn="l"/>
            <a:r>
              <a:rPr lang="en-US" b="1" i="0" dirty="0">
                <a:effectLst/>
              </a:rPr>
              <a:t>9. Database Management Tabs</a:t>
            </a:r>
          </a:p>
        </p:txBody>
      </p:sp>
      <p:sp>
        <p:nvSpPr>
          <p:cNvPr id="6" name="Shape 2">
            <a:extLst>
              <a:ext uri="{FF2B5EF4-FFF2-40B4-BE49-F238E27FC236}">
                <a16:creationId xmlns:a16="http://schemas.microsoft.com/office/drawing/2014/main" id="{48D3676B-D186-4FBF-98C1-8CA96B6255AA}"/>
              </a:ext>
            </a:extLst>
          </p:cNvPr>
          <p:cNvSpPr/>
          <p:nvPr/>
        </p:nvSpPr>
        <p:spPr>
          <a:xfrm>
            <a:off x="313900" y="435347"/>
            <a:ext cx="3268638" cy="45719"/>
          </a:xfrm>
          <a:prstGeom prst="rect">
            <a:avLst/>
          </a:prstGeom>
          <a:solidFill>
            <a:srgbClr val="0D9DA4"/>
          </a:solidFill>
          <a:ln w="12700">
            <a:solidFill>
              <a:srgbClr val="0D9DA4"/>
            </a:solidFill>
            <a:prstDash val="solid"/>
          </a:ln>
        </p:spPr>
      </p:sp>
      <p:pic>
        <p:nvPicPr>
          <p:cNvPr id="8" name="Picture 7">
            <a:extLst>
              <a:ext uri="{FF2B5EF4-FFF2-40B4-BE49-F238E27FC236}">
                <a16:creationId xmlns:a16="http://schemas.microsoft.com/office/drawing/2014/main" id="{58151EC0-D998-4357-862F-994F00C62B47}"/>
              </a:ext>
            </a:extLst>
          </p:cNvPr>
          <p:cNvPicPr>
            <a:picLocks noChangeAspect="1"/>
          </p:cNvPicPr>
          <p:nvPr/>
        </p:nvPicPr>
        <p:blipFill>
          <a:blip r:embed="rId2"/>
          <a:stretch>
            <a:fillRect/>
          </a:stretch>
        </p:blipFill>
        <p:spPr>
          <a:xfrm>
            <a:off x="429904" y="603969"/>
            <a:ext cx="8004411" cy="4377162"/>
          </a:xfrm>
          <a:prstGeom prst="rect">
            <a:avLst/>
          </a:prstGeom>
        </p:spPr>
      </p:pic>
      <p:cxnSp>
        <p:nvCxnSpPr>
          <p:cNvPr id="12" name="Straight Arrow Connector 11">
            <a:extLst>
              <a:ext uri="{FF2B5EF4-FFF2-40B4-BE49-F238E27FC236}">
                <a16:creationId xmlns:a16="http://schemas.microsoft.com/office/drawing/2014/main" id="{A82E7225-8BAB-4D0C-8652-C9F733D9E0C2}"/>
              </a:ext>
            </a:extLst>
          </p:cNvPr>
          <p:cNvCxnSpPr/>
          <p:nvPr/>
        </p:nvCxnSpPr>
        <p:spPr>
          <a:xfrm flipH="1">
            <a:off x="6974007" y="1617260"/>
            <a:ext cx="539086"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7529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F763AB-C773-430E-8739-F455237D9970}"/>
              </a:ext>
            </a:extLst>
          </p:cNvPr>
          <p:cNvSpPr txBox="1"/>
          <p:nvPr/>
        </p:nvSpPr>
        <p:spPr>
          <a:xfrm>
            <a:off x="218364" y="86933"/>
            <a:ext cx="9130351" cy="2308324"/>
          </a:xfrm>
          <a:prstGeom prst="rect">
            <a:avLst/>
          </a:prstGeom>
          <a:noFill/>
        </p:spPr>
        <p:txBody>
          <a:bodyPr wrap="square">
            <a:spAutoFit/>
          </a:bodyPr>
          <a:lstStyle/>
          <a:p>
            <a:pPr algn="l"/>
            <a:r>
              <a:rPr lang="en-US" b="1" i="0" dirty="0">
                <a:effectLst/>
                <a:latin typeface="Segoe WPC"/>
              </a:rPr>
              <a:t>Slide 1 — User Management 👤</a:t>
            </a:r>
          </a:p>
          <a:p>
            <a:pPr algn="l"/>
            <a:r>
              <a:rPr lang="en-US" sz="1400" b="1" i="0" dirty="0">
                <a:effectLst/>
                <a:latin typeface="Segoe WPC"/>
              </a:rPr>
              <a:t>Purpose:</a:t>
            </a:r>
            <a:r>
              <a:rPr lang="en-US" sz="1400" b="0" i="0" dirty="0">
                <a:effectLst/>
                <a:latin typeface="Segoe WPC"/>
              </a:rPr>
              <a:t> Manage database accounts and their access.</a:t>
            </a:r>
          </a:p>
          <a:p>
            <a:pPr algn="l">
              <a:buFont typeface="Arial" panose="020B0604020202020204" pitchFamily="34" charset="0"/>
              <a:buChar char="•"/>
            </a:pPr>
            <a:r>
              <a:rPr lang="en-US" sz="1400" b="0" i="0" dirty="0">
                <a:effectLst/>
                <a:latin typeface="Segoe WPC"/>
              </a:rPr>
              <a:t>View users associated with a database connection.</a:t>
            </a:r>
          </a:p>
          <a:p>
            <a:pPr algn="l">
              <a:buFont typeface="Arial" panose="020B0604020202020204" pitchFamily="34" charset="0"/>
              <a:buChar char="•"/>
            </a:pPr>
            <a:r>
              <a:rPr lang="en-US" sz="1400" b="0" i="0" dirty="0">
                <a:effectLst/>
                <a:latin typeface="Segoe WPC"/>
              </a:rPr>
              <a:t>Create new users and remove accounts when they are no longer needed.</a:t>
            </a:r>
          </a:p>
          <a:p>
            <a:pPr algn="l">
              <a:buFont typeface="Arial" panose="020B0604020202020204" pitchFamily="34" charset="0"/>
              <a:buChar char="•"/>
            </a:pPr>
            <a:r>
              <a:rPr lang="en-US" sz="1400" b="0" i="0" dirty="0">
                <a:effectLst/>
                <a:latin typeface="Segoe WPC"/>
              </a:rPr>
              <a:t>Manage permissions or roles to control what each user can do.</a:t>
            </a:r>
          </a:p>
          <a:p>
            <a:pPr algn="l">
              <a:buFont typeface="Arial" panose="020B0604020202020204" pitchFamily="34" charset="0"/>
              <a:buChar char="•"/>
            </a:pPr>
            <a:r>
              <a:rPr lang="en-US" sz="1400" b="0" i="0" dirty="0">
                <a:effectLst/>
                <a:latin typeface="Segoe WPC"/>
              </a:rPr>
              <a:t>Available for MySQL, MongoDB, and PostgreSQL connections.</a:t>
            </a:r>
          </a:p>
          <a:p>
            <a:pPr algn="l"/>
            <a:r>
              <a:rPr lang="en-US" sz="1400" b="1" i="0" dirty="0">
                <a:effectLst/>
                <a:latin typeface="Segoe WPC"/>
              </a:rPr>
              <a:t>Speaker notes:</a:t>
            </a:r>
            <a:br>
              <a:rPr lang="en-US" sz="1400" b="0" i="0" dirty="0">
                <a:effectLst/>
                <a:latin typeface="Segoe WPC"/>
              </a:rPr>
            </a:br>
            <a:r>
              <a:rPr lang="en-US" sz="1400" b="0" i="0" dirty="0">
                <a:effectLst/>
                <a:latin typeface="Segoe WPC"/>
              </a:rPr>
              <a:t>“User Management helps administrators control who can access the database and what they’re allowed to do. This supports least-privilege access by giving each user only the permissions required for their work.”</a:t>
            </a:r>
          </a:p>
          <a:p>
            <a:pPr algn="l"/>
            <a:r>
              <a:rPr lang="en-US" sz="1400" b="1" i="0" dirty="0">
                <a:effectLst/>
                <a:latin typeface="Segoe WPC"/>
              </a:rPr>
              <a:t>Key takeaway:</a:t>
            </a:r>
            <a:r>
              <a:rPr lang="en-US" sz="1400" b="0" i="0" dirty="0">
                <a:effectLst/>
                <a:latin typeface="Segoe WPC"/>
              </a:rPr>
              <a:t> Manage database access from one place.</a:t>
            </a:r>
          </a:p>
        </p:txBody>
      </p:sp>
      <p:sp>
        <p:nvSpPr>
          <p:cNvPr id="4" name="TextBox 3">
            <a:extLst>
              <a:ext uri="{FF2B5EF4-FFF2-40B4-BE49-F238E27FC236}">
                <a16:creationId xmlns:a16="http://schemas.microsoft.com/office/drawing/2014/main" id="{D86EFAE1-7594-426B-AAFE-F006E762B9D4}"/>
              </a:ext>
            </a:extLst>
          </p:cNvPr>
          <p:cNvSpPr txBox="1"/>
          <p:nvPr/>
        </p:nvSpPr>
        <p:spPr>
          <a:xfrm>
            <a:off x="177422" y="2529808"/>
            <a:ext cx="8966578" cy="2862322"/>
          </a:xfrm>
          <a:prstGeom prst="rect">
            <a:avLst/>
          </a:prstGeom>
          <a:noFill/>
        </p:spPr>
        <p:txBody>
          <a:bodyPr wrap="square">
            <a:spAutoFit/>
          </a:bodyPr>
          <a:lstStyle/>
          <a:p>
            <a:pPr algn="l"/>
            <a:r>
              <a:rPr lang="en-US" b="1" i="0" dirty="0">
                <a:effectLst/>
                <a:latin typeface="Segoe WPC"/>
              </a:rPr>
              <a:t>Slide 2 — Database Monitoring 📊</a:t>
            </a:r>
          </a:p>
          <a:p>
            <a:pPr algn="l"/>
            <a:r>
              <a:rPr lang="en-US" sz="1400" b="1" i="0" dirty="0">
                <a:effectLst/>
                <a:latin typeface="Segoe WPC"/>
              </a:rPr>
              <a:t>Purpose:</a:t>
            </a:r>
            <a:r>
              <a:rPr lang="en-US" sz="1400" b="0" i="0" dirty="0">
                <a:effectLst/>
                <a:latin typeface="Segoe WPC"/>
              </a:rPr>
              <a:t> Check database activity and performance.</a:t>
            </a:r>
          </a:p>
          <a:p>
            <a:pPr algn="l">
              <a:buFont typeface="Arial" panose="020B0604020202020204" pitchFamily="34" charset="0"/>
              <a:buChar char="•"/>
            </a:pPr>
            <a:r>
              <a:rPr lang="en-US" sz="1400" b="0" i="0" dirty="0">
                <a:effectLst/>
                <a:latin typeface="Segoe WPC"/>
              </a:rPr>
              <a:t>View key metrics such as active connections, queries per second, and slow queries.</a:t>
            </a:r>
          </a:p>
          <a:p>
            <a:pPr algn="l">
              <a:buFont typeface="Arial" panose="020B0604020202020204" pitchFamily="34" charset="0"/>
              <a:buChar char="•"/>
            </a:pPr>
            <a:r>
              <a:rPr lang="en-US" sz="1400" b="0" i="0" dirty="0">
                <a:effectLst/>
                <a:latin typeface="Segoe WPC"/>
              </a:rPr>
              <a:t>Review performance trends over time and inspect hourly history.</a:t>
            </a:r>
          </a:p>
          <a:p>
            <a:pPr algn="l">
              <a:buFont typeface="Arial" panose="020B0604020202020204" pitchFamily="34" charset="0"/>
              <a:buChar char="•"/>
            </a:pPr>
            <a:r>
              <a:rPr lang="en-US" sz="1400" b="0" i="0" dirty="0">
                <a:effectLst/>
                <a:latin typeface="Segoe WPC"/>
              </a:rPr>
              <a:t>Filter the monitoring view by time range.</a:t>
            </a:r>
          </a:p>
          <a:p>
            <a:pPr algn="l">
              <a:buFont typeface="Arial" panose="020B0604020202020204" pitchFamily="34" charset="0"/>
              <a:buChar char="•"/>
            </a:pPr>
            <a:r>
              <a:rPr lang="en-US" sz="1400" b="0" i="0" dirty="0">
                <a:effectLst/>
                <a:latin typeface="Segoe WPC"/>
              </a:rPr>
              <a:t>Refresh monitoring data and download a PDF report.</a:t>
            </a:r>
          </a:p>
          <a:p>
            <a:pPr algn="l"/>
            <a:r>
              <a:rPr lang="en-US" sz="1400" b="1" i="0" dirty="0">
                <a:effectLst/>
                <a:latin typeface="Segoe WPC"/>
              </a:rPr>
              <a:t>Speaker notes:</a:t>
            </a:r>
            <a:br>
              <a:rPr lang="en-US" sz="1400" b="0" i="0" dirty="0">
                <a:effectLst/>
                <a:latin typeface="Segoe WPC"/>
              </a:rPr>
            </a:br>
            <a:r>
              <a:rPr lang="en-US" sz="1400" b="0" i="0" dirty="0">
                <a:effectLst/>
                <a:latin typeface="Segoe WPC"/>
              </a:rPr>
              <a:t>“The Monitor tab gives teams a snapshot of database activity, along with trends that can help identify unusual changes or performance concerns. Reports can also be downloaded for sharing or record-keeping.”</a:t>
            </a:r>
          </a:p>
          <a:p>
            <a:pPr algn="l"/>
            <a:r>
              <a:rPr lang="en-US" sz="1400" b="1" i="0" dirty="0">
                <a:effectLst/>
                <a:latin typeface="Segoe WPC"/>
              </a:rPr>
              <a:t>Key takeaway:</a:t>
            </a:r>
            <a:r>
              <a:rPr lang="en-US" sz="1400" b="0" i="0" dirty="0">
                <a:effectLst/>
                <a:latin typeface="Segoe WPC"/>
              </a:rPr>
              <a:t> Understand database activity and spot performance changes.</a:t>
            </a:r>
          </a:p>
          <a:p>
            <a:br>
              <a:rPr lang="en-US" dirty="0"/>
            </a:br>
            <a:endParaRPr lang="en-US" dirty="0"/>
          </a:p>
        </p:txBody>
      </p:sp>
      <p:sp>
        <p:nvSpPr>
          <p:cNvPr id="5" name="Star: 5 Points 4">
            <a:extLst>
              <a:ext uri="{FF2B5EF4-FFF2-40B4-BE49-F238E27FC236}">
                <a16:creationId xmlns:a16="http://schemas.microsoft.com/office/drawing/2014/main" id="{3CC35244-6C98-40E9-AFF3-9D358E8C96D8}"/>
              </a:ext>
            </a:extLst>
          </p:cNvPr>
          <p:cNvSpPr/>
          <p:nvPr/>
        </p:nvSpPr>
        <p:spPr>
          <a:xfrm>
            <a:off x="88711" y="177421"/>
            <a:ext cx="197891" cy="170597"/>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Star: 5 Points 5">
            <a:extLst>
              <a:ext uri="{FF2B5EF4-FFF2-40B4-BE49-F238E27FC236}">
                <a16:creationId xmlns:a16="http://schemas.microsoft.com/office/drawing/2014/main" id="{398913CA-2E76-4B3D-9F58-3A64DA355CAA}"/>
              </a:ext>
            </a:extLst>
          </p:cNvPr>
          <p:cNvSpPr/>
          <p:nvPr/>
        </p:nvSpPr>
        <p:spPr>
          <a:xfrm>
            <a:off x="20473" y="2656764"/>
            <a:ext cx="197891" cy="170597"/>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0343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9372CE-0749-41F3-821E-8A3F53BFB611}"/>
              </a:ext>
            </a:extLst>
          </p:cNvPr>
          <p:cNvSpPr txBox="1"/>
          <p:nvPr/>
        </p:nvSpPr>
        <p:spPr>
          <a:xfrm>
            <a:off x="272955" y="34033"/>
            <a:ext cx="8714095" cy="2585323"/>
          </a:xfrm>
          <a:prstGeom prst="rect">
            <a:avLst/>
          </a:prstGeom>
          <a:noFill/>
        </p:spPr>
        <p:txBody>
          <a:bodyPr wrap="square">
            <a:spAutoFit/>
          </a:bodyPr>
          <a:lstStyle/>
          <a:p>
            <a:pPr algn="l"/>
            <a:r>
              <a:rPr lang="en-US" b="1" i="0" dirty="0">
                <a:effectLst/>
                <a:latin typeface="Segoe WPC"/>
              </a:rPr>
              <a:t>Slide 3 — Transaction Log Monitoring 📡</a:t>
            </a:r>
          </a:p>
          <a:p>
            <a:pPr algn="l"/>
            <a:r>
              <a:rPr lang="en-US" sz="1200" b="1" i="0" dirty="0">
                <a:effectLst/>
                <a:latin typeface="Segoe WPC"/>
              </a:rPr>
              <a:t>Purpose:</a:t>
            </a:r>
            <a:r>
              <a:rPr lang="en-US" sz="1200" b="0" i="0" dirty="0">
                <a:effectLst/>
                <a:latin typeface="Segoe WPC"/>
              </a:rPr>
              <a:t> Inspect database change logs.</a:t>
            </a:r>
          </a:p>
          <a:p>
            <a:pPr algn="l">
              <a:buFont typeface="Arial" panose="020B0604020202020204" pitchFamily="34" charset="0"/>
              <a:buChar char="•"/>
            </a:pPr>
            <a:r>
              <a:rPr lang="en-US" sz="1200" b="0" i="0" dirty="0">
                <a:effectLst/>
                <a:latin typeface="Segoe WPC"/>
              </a:rPr>
              <a:t>Select a database or schema to focus the log view.</a:t>
            </a:r>
          </a:p>
          <a:p>
            <a:pPr algn="l">
              <a:buFont typeface="Arial" panose="020B0604020202020204" pitchFamily="34" charset="0"/>
              <a:buChar char="•"/>
            </a:pPr>
            <a:r>
              <a:rPr lang="en-US" sz="1200" b="0" i="0" dirty="0">
                <a:effectLst/>
                <a:latin typeface="Segoe WPC"/>
              </a:rPr>
              <a:t>Monitor the log type used by the database:</a:t>
            </a:r>
          </a:p>
          <a:p>
            <a:pPr marL="742950" lvl="1" indent="-285750" algn="l">
              <a:buFont typeface="Arial" panose="020B0604020202020204" pitchFamily="34" charset="0"/>
              <a:buChar char="•"/>
            </a:pPr>
            <a:r>
              <a:rPr lang="en-US" sz="1200" b="1" i="0" dirty="0">
                <a:effectLst/>
                <a:latin typeface="Segoe WPC"/>
              </a:rPr>
              <a:t>MySQL:</a:t>
            </a:r>
            <a:r>
              <a:rPr lang="en-US" sz="1200" b="0" i="0" dirty="0">
                <a:effectLst/>
                <a:latin typeface="Segoe WPC"/>
              </a:rPr>
              <a:t> Binary log (</a:t>
            </a:r>
            <a:r>
              <a:rPr lang="en-US" sz="1200" b="0" i="0" dirty="0" err="1">
                <a:effectLst/>
                <a:latin typeface="Segoe WPC"/>
              </a:rPr>
              <a:t>Binlog</a:t>
            </a:r>
            <a:r>
              <a:rPr lang="en-US" sz="1200" b="0" i="0" dirty="0">
                <a:effectLst/>
                <a:latin typeface="Segoe WPC"/>
              </a:rPr>
              <a:t>)</a:t>
            </a:r>
          </a:p>
          <a:p>
            <a:pPr marL="742950" lvl="1" indent="-285750" algn="l">
              <a:buFont typeface="Arial" panose="020B0604020202020204" pitchFamily="34" charset="0"/>
              <a:buChar char="•"/>
            </a:pPr>
            <a:r>
              <a:rPr lang="en-US" sz="1200" b="1" i="0" dirty="0">
                <a:effectLst/>
                <a:latin typeface="Segoe WPC"/>
              </a:rPr>
              <a:t>PostgreSQL:</a:t>
            </a:r>
            <a:r>
              <a:rPr lang="en-US" sz="1200" b="0" i="0" dirty="0">
                <a:effectLst/>
                <a:latin typeface="Segoe WPC"/>
              </a:rPr>
              <a:t> Write-Ahead Log (WAL)</a:t>
            </a:r>
          </a:p>
          <a:p>
            <a:pPr marL="742950" lvl="1" indent="-285750" algn="l">
              <a:buFont typeface="Arial" panose="020B0604020202020204" pitchFamily="34" charset="0"/>
              <a:buChar char="•"/>
            </a:pPr>
            <a:r>
              <a:rPr lang="en-US" sz="1200" b="1" i="0" dirty="0">
                <a:effectLst/>
                <a:latin typeface="Segoe WPC"/>
              </a:rPr>
              <a:t>MongoDB:</a:t>
            </a:r>
            <a:r>
              <a:rPr lang="en-US" sz="1200" b="0" i="0" dirty="0">
                <a:effectLst/>
                <a:latin typeface="Segoe WPC"/>
              </a:rPr>
              <a:t> </a:t>
            </a:r>
            <a:r>
              <a:rPr lang="en-US" sz="1200" b="0" i="0" dirty="0" err="1">
                <a:effectLst/>
                <a:latin typeface="Segoe WPC"/>
              </a:rPr>
              <a:t>Oplog</a:t>
            </a:r>
            <a:endParaRPr lang="en-US" sz="1200" b="0" i="0" dirty="0">
              <a:effectLst/>
              <a:latin typeface="Segoe WPC"/>
            </a:endParaRPr>
          </a:p>
          <a:p>
            <a:pPr algn="l">
              <a:buFont typeface="Arial" panose="020B0604020202020204" pitchFamily="34" charset="0"/>
              <a:buChar char="•"/>
            </a:pPr>
            <a:r>
              <a:rPr lang="en-US" sz="1200" b="0" i="0" dirty="0">
                <a:effectLst/>
                <a:latin typeface="Segoe WPC"/>
              </a:rPr>
              <a:t>Review recorded database activity and available event details.</a:t>
            </a:r>
          </a:p>
          <a:p>
            <a:pPr algn="l">
              <a:buFont typeface="Arial" panose="020B0604020202020204" pitchFamily="34" charset="0"/>
              <a:buChar char="•"/>
            </a:pPr>
            <a:r>
              <a:rPr lang="en-US" sz="1200" b="0" i="0" dirty="0">
                <a:effectLst/>
                <a:latin typeface="Segoe WPC"/>
              </a:rPr>
              <a:t>Use filters to narrow down the events shown.</a:t>
            </a:r>
          </a:p>
          <a:p>
            <a:pPr algn="l"/>
            <a:r>
              <a:rPr lang="en-US" sz="1200" b="1" i="0" dirty="0">
                <a:effectLst/>
                <a:latin typeface="Segoe WPC"/>
              </a:rPr>
              <a:t>Speaker notes:</a:t>
            </a:r>
            <a:br>
              <a:rPr lang="en-US" sz="1200" b="0" i="0" dirty="0">
                <a:effectLst/>
                <a:latin typeface="Segoe WPC"/>
              </a:rPr>
            </a:br>
            <a:r>
              <a:rPr lang="en-US" sz="1200" b="0" i="0" dirty="0">
                <a:effectLst/>
                <a:latin typeface="Segoe WPC"/>
              </a:rPr>
              <a:t>“Transaction logs record database changes. This tab provides a way to inspect those records for a selected database, which can help teams understand activity and investigate changes.”</a:t>
            </a:r>
          </a:p>
          <a:p>
            <a:pPr algn="l"/>
            <a:r>
              <a:rPr lang="en-US" sz="1200" b="1" i="0" dirty="0">
                <a:effectLst/>
                <a:latin typeface="Segoe WPC"/>
              </a:rPr>
              <a:t>Key takeaway:</a:t>
            </a:r>
            <a:r>
              <a:rPr lang="en-US" sz="1200" b="0" i="0" dirty="0">
                <a:effectLst/>
                <a:latin typeface="Segoe WPC"/>
              </a:rPr>
              <a:t> Review recorded database changes by database type.</a:t>
            </a:r>
          </a:p>
        </p:txBody>
      </p:sp>
      <p:sp>
        <p:nvSpPr>
          <p:cNvPr id="6" name="Star: 5 Points 5">
            <a:extLst>
              <a:ext uri="{FF2B5EF4-FFF2-40B4-BE49-F238E27FC236}">
                <a16:creationId xmlns:a16="http://schemas.microsoft.com/office/drawing/2014/main" id="{38F1FBF3-6E3C-4948-8E99-0AC1BEB83AB5}"/>
              </a:ext>
            </a:extLst>
          </p:cNvPr>
          <p:cNvSpPr/>
          <p:nvPr/>
        </p:nvSpPr>
        <p:spPr>
          <a:xfrm>
            <a:off x="54591" y="81887"/>
            <a:ext cx="218364" cy="23201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165A5B-2891-4645-A650-C250122C296F}"/>
              </a:ext>
            </a:extLst>
          </p:cNvPr>
          <p:cNvSpPr txBox="1"/>
          <p:nvPr/>
        </p:nvSpPr>
        <p:spPr>
          <a:xfrm>
            <a:off x="272955" y="2784483"/>
            <a:ext cx="8768687" cy="2215991"/>
          </a:xfrm>
          <a:prstGeom prst="rect">
            <a:avLst/>
          </a:prstGeom>
          <a:noFill/>
        </p:spPr>
        <p:txBody>
          <a:bodyPr wrap="square">
            <a:spAutoFit/>
          </a:bodyPr>
          <a:lstStyle/>
          <a:p>
            <a:pPr algn="l"/>
            <a:r>
              <a:rPr lang="en-US" b="1" i="0" dirty="0">
                <a:effectLst/>
                <a:latin typeface="Segoe WPC"/>
              </a:rPr>
              <a:t>Slide 4 — Backup / Restore 💾</a:t>
            </a:r>
          </a:p>
          <a:p>
            <a:pPr algn="l"/>
            <a:r>
              <a:rPr lang="en-US" sz="1200" b="1" i="0" dirty="0">
                <a:effectLst/>
                <a:latin typeface="Segoe WPC"/>
              </a:rPr>
              <a:t>Purpose:</a:t>
            </a:r>
            <a:r>
              <a:rPr lang="en-US" sz="1200" b="0" i="0" dirty="0">
                <a:effectLst/>
                <a:latin typeface="Segoe WPC"/>
              </a:rPr>
              <a:t> Export database data and restore it when needed.</a:t>
            </a:r>
          </a:p>
          <a:p>
            <a:pPr algn="l">
              <a:buFont typeface="Arial" panose="020B0604020202020204" pitchFamily="34" charset="0"/>
              <a:buChar char="•"/>
            </a:pPr>
            <a:r>
              <a:rPr lang="en-US" sz="1200" b="0" i="0" dirty="0">
                <a:effectLst/>
                <a:latin typeface="Segoe WPC"/>
              </a:rPr>
              <a:t>Choose databases and, where supported, specific tables or collections for a custom export.</a:t>
            </a:r>
          </a:p>
          <a:p>
            <a:pPr algn="l">
              <a:buFont typeface="Arial" panose="020B0604020202020204" pitchFamily="34" charset="0"/>
              <a:buChar char="•"/>
            </a:pPr>
            <a:r>
              <a:rPr lang="en-US" sz="1200" b="0" i="0" dirty="0">
                <a:effectLst/>
                <a:latin typeface="Segoe WPC"/>
              </a:rPr>
              <a:t>Download a backup file containing the selected data.</a:t>
            </a:r>
          </a:p>
          <a:p>
            <a:pPr algn="l">
              <a:buFont typeface="Arial" panose="020B0604020202020204" pitchFamily="34" charset="0"/>
              <a:buChar char="•"/>
            </a:pPr>
            <a:r>
              <a:rPr lang="en-US" sz="1200" b="0" i="0" dirty="0">
                <a:effectLst/>
                <a:latin typeface="Segoe WPC"/>
              </a:rPr>
              <a:t>Import a backup file into a target database.</a:t>
            </a:r>
          </a:p>
          <a:p>
            <a:pPr algn="l">
              <a:buFont typeface="Arial" panose="020B0604020202020204" pitchFamily="34" charset="0"/>
              <a:buChar char="•"/>
            </a:pPr>
            <a:r>
              <a:rPr lang="en-US" sz="1200" b="0" i="0" dirty="0">
                <a:effectLst/>
                <a:latin typeface="Segoe WPC"/>
              </a:rPr>
              <a:t>Use </a:t>
            </a:r>
            <a:r>
              <a:rPr lang="en-US" sz="1200" b="1" i="0" dirty="0">
                <a:effectLst/>
                <a:latin typeface="Segoe WPC"/>
              </a:rPr>
              <a:t>SQL files</a:t>
            </a:r>
            <a:r>
              <a:rPr lang="en-US" sz="1200" b="0" i="0" dirty="0">
                <a:effectLst/>
                <a:latin typeface="Segoe WPC"/>
              </a:rPr>
              <a:t> for MySQL and PostgreSQL, and </a:t>
            </a:r>
            <a:r>
              <a:rPr lang="en-US" sz="1200" b="1" i="0" dirty="0">
                <a:effectLst/>
                <a:latin typeface="Segoe WPC"/>
              </a:rPr>
              <a:t>JSON files</a:t>
            </a:r>
            <a:r>
              <a:rPr lang="en-US" sz="1200" b="0" i="0" dirty="0">
                <a:effectLst/>
                <a:latin typeface="Segoe WPC"/>
              </a:rPr>
              <a:t> for MongoDB.</a:t>
            </a:r>
          </a:p>
          <a:p>
            <a:pPr algn="l"/>
            <a:r>
              <a:rPr lang="en-US" sz="1200" b="1" i="0" dirty="0">
                <a:effectLst/>
                <a:latin typeface="Segoe WPC"/>
              </a:rPr>
              <a:t>Speaker notes:</a:t>
            </a:r>
            <a:br>
              <a:rPr lang="en-US" sz="1200" b="0" i="0" dirty="0">
                <a:effectLst/>
                <a:latin typeface="Segoe WPC"/>
              </a:rPr>
            </a:br>
            <a:r>
              <a:rPr lang="en-US" sz="1200" b="0" i="0" dirty="0">
                <a:effectLst/>
                <a:latin typeface="Segoe WPC"/>
              </a:rPr>
              <a:t>“Backup and Restore provides flexible data export and import. Teams can export selected database objects or upload a backup file to restore data into a target database. Before importing, confirm the target because matching tables or collections may be overwritten.”</a:t>
            </a:r>
          </a:p>
          <a:p>
            <a:pPr algn="l"/>
            <a:r>
              <a:rPr lang="en-US" sz="1200" b="1" i="0" dirty="0">
                <a:effectLst/>
                <a:latin typeface="Segoe WPC"/>
              </a:rPr>
              <a:t>Key takeaway:</a:t>
            </a:r>
            <a:r>
              <a:rPr lang="en-US" sz="1200" b="0" i="0" dirty="0">
                <a:effectLst/>
                <a:latin typeface="Segoe WPC"/>
              </a:rPr>
              <a:t> Export selected data and restore from a backup file.</a:t>
            </a:r>
          </a:p>
        </p:txBody>
      </p:sp>
      <p:sp>
        <p:nvSpPr>
          <p:cNvPr id="9" name="Star: 5 Points 8">
            <a:extLst>
              <a:ext uri="{FF2B5EF4-FFF2-40B4-BE49-F238E27FC236}">
                <a16:creationId xmlns:a16="http://schemas.microsoft.com/office/drawing/2014/main" id="{799E408E-4FA6-4558-B5E3-F723E24E692E}"/>
              </a:ext>
            </a:extLst>
          </p:cNvPr>
          <p:cNvSpPr/>
          <p:nvPr/>
        </p:nvSpPr>
        <p:spPr>
          <a:xfrm>
            <a:off x="61415" y="2818262"/>
            <a:ext cx="218364" cy="23201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1889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854380-FD70-4D3D-887E-B4F4BC9ED7AB}"/>
              </a:ext>
            </a:extLst>
          </p:cNvPr>
          <p:cNvPicPr>
            <a:picLocks noChangeAspect="1"/>
          </p:cNvPicPr>
          <p:nvPr/>
        </p:nvPicPr>
        <p:blipFill>
          <a:blip r:embed="rId2"/>
          <a:stretch>
            <a:fillRect/>
          </a:stretch>
        </p:blipFill>
        <p:spPr>
          <a:xfrm>
            <a:off x="2722729" y="1880902"/>
            <a:ext cx="6421271" cy="3262598"/>
          </a:xfrm>
          <a:prstGeom prst="rect">
            <a:avLst/>
          </a:prstGeom>
        </p:spPr>
      </p:pic>
      <p:sp>
        <p:nvSpPr>
          <p:cNvPr id="7" name="TextBox 6">
            <a:extLst>
              <a:ext uri="{FF2B5EF4-FFF2-40B4-BE49-F238E27FC236}">
                <a16:creationId xmlns:a16="http://schemas.microsoft.com/office/drawing/2014/main" id="{397A0B02-0020-4087-9BCB-F2635300D028}"/>
              </a:ext>
            </a:extLst>
          </p:cNvPr>
          <p:cNvSpPr txBox="1"/>
          <p:nvPr/>
        </p:nvSpPr>
        <p:spPr>
          <a:xfrm>
            <a:off x="116006" y="33699"/>
            <a:ext cx="4572000" cy="369332"/>
          </a:xfrm>
          <a:prstGeom prst="rect">
            <a:avLst/>
          </a:prstGeom>
          <a:noFill/>
        </p:spPr>
        <p:txBody>
          <a:bodyPr wrap="square">
            <a:spAutoFit/>
          </a:bodyPr>
          <a:lstStyle/>
          <a:p>
            <a:pPr algn="l"/>
            <a:r>
              <a:rPr lang="en-US" b="1" i="0" dirty="0">
                <a:effectLst/>
                <a:latin typeface="Segoe WPC"/>
              </a:rPr>
              <a:t>10. Database Dashboard Tabs</a:t>
            </a:r>
          </a:p>
        </p:txBody>
      </p:sp>
      <p:sp>
        <p:nvSpPr>
          <p:cNvPr id="8" name="Shape 2">
            <a:extLst>
              <a:ext uri="{FF2B5EF4-FFF2-40B4-BE49-F238E27FC236}">
                <a16:creationId xmlns:a16="http://schemas.microsoft.com/office/drawing/2014/main" id="{7FC2BA2B-7607-4060-92EF-D9AA69EA1302}"/>
              </a:ext>
            </a:extLst>
          </p:cNvPr>
          <p:cNvSpPr/>
          <p:nvPr/>
        </p:nvSpPr>
        <p:spPr>
          <a:xfrm>
            <a:off x="238837" y="435347"/>
            <a:ext cx="3118512" cy="45719"/>
          </a:xfrm>
          <a:prstGeom prst="rect">
            <a:avLst/>
          </a:prstGeom>
          <a:solidFill>
            <a:srgbClr val="0D9DA4"/>
          </a:solidFill>
          <a:ln w="12700">
            <a:solidFill>
              <a:srgbClr val="0D9DA4"/>
            </a:solidFill>
            <a:prstDash val="solid"/>
          </a:ln>
        </p:spPr>
      </p:sp>
      <p:sp>
        <p:nvSpPr>
          <p:cNvPr id="10" name="TextBox 9">
            <a:extLst>
              <a:ext uri="{FF2B5EF4-FFF2-40B4-BE49-F238E27FC236}">
                <a16:creationId xmlns:a16="http://schemas.microsoft.com/office/drawing/2014/main" id="{931D4576-653A-42B7-BF74-B7BD07BB6832}"/>
              </a:ext>
            </a:extLst>
          </p:cNvPr>
          <p:cNvSpPr txBox="1"/>
          <p:nvPr/>
        </p:nvSpPr>
        <p:spPr>
          <a:xfrm>
            <a:off x="116006" y="481066"/>
            <a:ext cx="8659504" cy="1754326"/>
          </a:xfrm>
          <a:prstGeom prst="rect">
            <a:avLst/>
          </a:prstGeom>
          <a:noFill/>
        </p:spPr>
        <p:txBody>
          <a:bodyPr wrap="square">
            <a:spAutoFit/>
          </a:bodyPr>
          <a:lstStyle/>
          <a:p>
            <a:pPr algn="l"/>
            <a:r>
              <a:rPr lang="en-US" sz="1200" b="1" i="0" dirty="0">
                <a:effectLst/>
                <a:latin typeface="Segoe WPC"/>
              </a:rPr>
              <a:t> — Overview 📊</a:t>
            </a:r>
          </a:p>
          <a:p>
            <a:pPr algn="l"/>
            <a:r>
              <a:rPr lang="en-US" sz="1200" b="1" i="0" dirty="0">
                <a:effectLst/>
                <a:latin typeface="Segoe WPC"/>
              </a:rPr>
              <a:t>Purpose:</a:t>
            </a:r>
            <a:r>
              <a:rPr lang="en-US" sz="1200" b="0" i="0" dirty="0">
                <a:effectLst/>
                <a:latin typeface="Segoe WPC"/>
              </a:rPr>
              <a:t> Get a quick summary of the selected database.</a:t>
            </a:r>
          </a:p>
          <a:p>
            <a:pPr algn="l">
              <a:buFont typeface="Arial" panose="020B0604020202020204" pitchFamily="34" charset="0"/>
              <a:buChar char="•"/>
            </a:pPr>
            <a:r>
              <a:rPr lang="en-US" sz="1200" b="0" i="0" dirty="0">
                <a:effectLst/>
                <a:latin typeface="Segoe WPC"/>
              </a:rPr>
              <a:t>Shows key information such as database name, size, and number of tables or collections.</a:t>
            </a:r>
          </a:p>
          <a:p>
            <a:pPr algn="l">
              <a:buFont typeface="Arial" panose="020B0604020202020204" pitchFamily="34" charset="0"/>
              <a:buChar char="•"/>
            </a:pPr>
            <a:r>
              <a:rPr lang="en-US" sz="1200" b="0" i="0" dirty="0">
                <a:effectLst/>
                <a:latin typeface="Segoe WPC"/>
              </a:rPr>
              <a:t>Displays activity metrics such as active connections where supported.</a:t>
            </a:r>
          </a:p>
          <a:p>
            <a:pPr algn="l">
              <a:buFont typeface="Arial" panose="020B0604020202020204" pitchFamily="34" charset="0"/>
              <a:buChar char="•"/>
            </a:pPr>
            <a:r>
              <a:rPr lang="en-US" sz="1200" b="0" i="0" dirty="0">
                <a:effectLst/>
                <a:latin typeface="Segoe WPC"/>
              </a:rPr>
              <a:t>Lists tables with available row-count and size details.</a:t>
            </a:r>
          </a:p>
          <a:p>
            <a:pPr algn="l">
              <a:buFont typeface="Arial" panose="020B0604020202020204" pitchFamily="34" charset="0"/>
              <a:buChar char="•"/>
            </a:pPr>
            <a:r>
              <a:rPr lang="en-US" sz="1200" b="0" i="0" dirty="0">
                <a:effectLst/>
                <a:latin typeface="Segoe WPC"/>
              </a:rPr>
              <a:t>Lets you open a table directly from the overview.</a:t>
            </a:r>
          </a:p>
          <a:p>
            <a:br>
              <a:rPr lang="en-US" dirty="0"/>
            </a:br>
            <a:endParaRPr lang="en-US" dirty="0"/>
          </a:p>
        </p:txBody>
      </p:sp>
      <p:sp>
        <p:nvSpPr>
          <p:cNvPr id="12" name="TextBox 11">
            <a:extLst>
              <a:ext uri="{FF2B5EF4-FFF2-40B4-BE49-F238E27FC236}">
                <a16:creationId xmlns:a16="http://schemas.microsoft.com/office/drawing/2014/main" id="{3ABF1FA2-68F0-4B0C-98DA-0EE87A7DB4C9}"/>
              </a:ext>
            </a:extLst>
          </p:cNvPr>
          <p:cNvSpPr txBox="1"/>
          <p:nvPr/>
        </p:nvSpPr>
        <p:spPr>
          <a:xfrm>
            <a:off x="116006" y="1880902"/>
            <a:ext cx="2565779" cy="1938992"/>
          </a:xfrm>
          <a:prstGeom prst="rect">
            <a:avLst/>
          </a:prstGeom>
          <a:noFill/>
        </p:spPr>
        <p:txBody>
          <a:bodyPr wrap="square">
            <a:spAutoFit/>
          </a:bodyPr>
          <a:lstStyle/>
          <a:p>
            <a:pPr algn="l"/>
            <a:r>
              <a:rPr lang="en-US" sz="1200" b="1" i="0" dirty="0">
                <a:effectLst/>
                <a:latin typeface="Segoe WPC"/>
              </a:rPr>
              <a:t>Speaker notes:</a:t>
            </a:r>
            <a:br>
              <a:rPr lang="en-US" sz="1200" b="0" i="0" dirty="0">
                <a:effectLst/>
                <a:latin typeface="Segoe WPC"/>
              </a:rPr>
            </a:br>
            <a:r>
              <a:rPr lang="en-US" sz="1200" b="0" i="0" dirty="0">
                <a:effectLst/>
                <a:latin typeface="Segoe WPC"/>
              </a:rPr>
              <a:t>“The Overview tab gives users a quick snapshot of the selected database. It highlights useful statistics and provides shortcuts to inspect tables without needing to navigate through the database objects first.”</a:t>
            </a:r>
          </a:p>
          <a:p>
            <a:pPr algn="l"/>
            <a:r>
              <a:rPr lang="en-US" sz="1200" b="1" i="0" dirty="0">
                <a:effectLst/>
                <a:latin typeface="Segoe WPC"/>
              </a:rPr>
              <a:t>Key takeaway:</a:t>
            </a:r>
            <a:r>
              <a:rPr lang="en-US" sz="1200" b="0" i="0" dirty="0">
                <a:effectLst/>
                <a:latin typeface="Segoe WPC"/>
              </a:rPr>
              <a:t> Get a quick picture of the database and its contents.</a:t>
            </a:r>
          </a:p>
        </p:txBody>
      </p:sp>
    </p:spTree>
    <p:extLst>
      <p:ext uri="{BB962C8B-B14F-4D97-AF65-F5344CB8AC3E}">
        <p14:creationId xmlns:p14="http://schemas.microsoft.com/office/powerpoint/2010/main" val="3277402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3C0550-DC4A-4965-AE28-DF92FEB8A14D}"/>
              </a:ext>
            </a:extLst>
          </p:cNvPr>
          <p:cNvSpPr txBox="1"/>
          <p:nvPr/>
        </p:nvSpPr>
        <p:spPr>
          <a:xfrm>
            <a:off x="150125" y="204716"/>
            <a:ext cx="7465326" cy="1888108"/>
          </a:xfrm>
          <a:prstGeom prst="rect">
            <a:avLst/>
          </a:prstGeom>
          <a:noFill/>
        </p:spPr>
        <p:txBody>
          <a:bodyPr wrap="square">
            <a:spAutoFit/>
          </a:bodyPr>
          <a:lstStyle/>
          <a:p>
            <a:pPr algn="l"/>
            <a:r>
              <a:rPr lang="en-US" sz="1600" b="1" i="0" dirty="0">
                <a:effectLst/>
                <a:latin typeface="Segoe WPC"/>
              </a:rPr>
              <a:t>Slide 2 — Table Data 📋</a:t>
            </a:r>
          </a:p>
          <a:p>
            <a:pPr algn="l"/>
            <a:r>
              <a:rPr lang="en-US" sz="1200" b="1" i="0" dirty="0">
                <a:effectLst/>
                <a:latin typeface="Segoe WPC"/>
              </a:rPr>
              <a:t>Purpose:</a:t>
            </a:r>
            <a:r>
              <a:rPr lang="en-US" sz="1200" b="0" i="0" dirty="0">
                <a:effectLst/>
                <a:latin typeface="Segoe WPC"/>
              </a:rPr>
              <a:t> Browse database objects and inspect their data.</a:t>
            </a:r>
          </a:p>
          <a:p>
            <a:pPr algn="l">
              <a:buFont typeface="Arial" panose="020B0604020202020204" pitchFamily="34" charset="0"/>
              <a:buChar char="•"/>
            </a:pPr>
            <a:r>
              <a:rPr lang="en-US" sz="1200" b="0" i="0" dirty="0">
                <a:effectLst/>
                <a:latin typeface="Segoe WPC"/>
              </a:rPr>
              <a:t>Browse tables and other supported objects, such as views, procedures, functions, triggers, indexes, and constraints.</a:t>
            </a:r>
          </a:p>
          <a:p>
            <a:pPr algn="l">
              <a:buFont typeface="Arial" panose="020B0604020202020204" pitchFamily="34" charset="0"/>
              <a:buChar char="•"/>
            </a:pPr>
            <a:r>
              <a:rPr lang="en-US" sz="1200" b="0" i="0" dirty="0">
                <a:effectLst/>
                <a:latin typeface="Segoe WPC"/>
              </a:rPr>
              <a:t>Select a table to view its records.</a:t>
            </a:r>
          </a:p>
          <a:p>
            <a:pPr algn="l">
              <a:buFont typeface="Arial" panose="020B0604020202020204" pitchFamily="34" charset="0"/>
              <a:buChar char="•"/>
            </a:pPr>
            <a:r>
              <a:rPr lang="en-US" sz="1200" b="0" i="0" dirty="0">
                <a:effectLst/>
                <a:latin typeface="Segoe WPC"/>
              </a:rPr>
              <a:t>Use the table view to inspect database contents and work with rows.</a:t>
            </a:r>
          </a:p>
          <a:p>
            <a:pPr algn="l">
              <a:buFont typeface="Arial" panose="020B0604020202020204" pitchFamily="34" charset="0"/>
              <a:buChar char="•"/>
            </a:pPr>
            <a:r>
              <a:rPr lang="en-US" sz="1200" b="0" i="0" dirty="0">
                <a:effectLst/>
                <a:latin typeface="Segoe WPC"/>
              </a:rPr>
              <a:t>Search or navigate through available objects and records.</a:t>
            </a:r>
          </a:p>
          <a:p>
            <a:br>
              <a:rPr lang="en-US" sz="1200" dirty="0"/>
            </a:br>
            <a:endParaRPr lang="en-US" sz="1200" dirty="0"/>
          </a:p>
        </p:txBody>
      </p:sp>
      <p:pic>
        <p:nvPicPr>
          <p:cNvPr id="5" name="Picture 4">
            <a:extLst>
              <a:ext uri="{FF2B5EF4-FFF2-40B4-BE49-F238E27FC236}">
                <a16:creationId xmlns:a16="http://schemas.microsoft.com/office/drawing/2014/main" id="{44A49B10-69B1-4744-BC0D-3262F0969F9A}"/>
              </a:ext>
            </a:extLst>
          </p:cNvPr>
          <p:cNvPicPr>
            <a:picLocks noChangeAspect="1"/>
          </p:cNvPicPr>
          <p:nvPr/>
        </p:nvPicPr>
        <p:blipFill>
          <a:blip r:embed="rId2"/>
          <a:stretch>
            <a:fillRect/>
          </a:stretch>
        </p:blipFill>
        <p:spPr>
          <a:xfrm>
            <a:off x="2968325" y="1972102"/>
            <a:ext cx="6175675" cy="2966682"/>
          </a:xfrm>
          <a:prstGeom prst="rect">
            <a:avLst/>
          </a:prstGeom>
        </p:spPr>
      </p:pic>
      <p:sp>
        <p:nvSpPr>
          <p:cNvPr id="7" name="TextBox 6">
            <a:extLst>
              <a:ext uri="{FF2B5EF4-FFF2-40B4-BE49-F238E27FC236}">
                <a16:creationId xmlns:a16="http://schemas.microsoft.com/office/drawing/2014/main" id="{38E806BC-9F62-4483-BB6D-1260D850BCC7}"/>
              </a:ext>
            </a:extLst>
          </p:cNvPr>
          <p:cNvSpPr txBox="1"/>
          <p:nvPr/>
        </p:nvSpPr>
        <p:spPr>
          <a:xfrm>
            <a:off x="150125" y="1638828"/>
            <a:ext cx="2593075" cy="1569660"/>
          </a:xfrm>
          <a:prstGeom prst="rect">
            <a:avLst/>
          </a:prstGeom>
          <a:noFill/>
        </p:spPr>
        <p:txBody>
          <a:bodyPr wrap="square">
            <a:spAutoFit/>
          </a:bodyPr>
          <a:lstStyle/>
          <a:p>
            <a:pPr algn="l"/>
            <a:r>
              <a:rPr lang="en-US" sz="1200" b="1" i="0" dirty="0">
                <a:effectLst/>
                <a:latin typeface="Segoe WPC"/>
              </a:rPr>
              <a:t>Speaker notes:</a:t>
            </a:r>
            <a:br>
              <a:rPr lang="en-US" sz="1200" b="0" i="0" dirty="0">
                <a:effectLst/>
                <a:latin typeface="Segoe WPC"/>
              </a:rPr>
            </a:br>
            <a:r>
              <a:rPr lang="en-US" sz="1200" b="0" i="0" dirty="0">
                <a:effectLst/>
                <a:latin typeface="Segoe WPC"/>
              </a:rPr>
              <a:t>“Table Data is where users explore the database structure and the records stored in it. From the object list, they can choose a table and inspect its data.”</a:t>
            </a:r>
          </a:p>
          <a:p>
            <a:pPr algn="l"/>
            <a:r>
              <a:rPr lang="en-US" sz="1200" b="1" i="0" dirty="0">
                <a:effectLst/>
                <a:latin typeface="Segoe WPC"/>
              </a:rPr>
              <a:t>Key takeaway:</a:t>
            </a:r>
            <a:r>
              <a:rPr lang="en-US" sz="1200" b="0" i="0" dirty="0">
                <a:effectLst/>
                <a:latin typeface="Segoe WPC"/>
              </a:rPr>
              <a:t> Explore database objects and view table records.</a:t>
            </a:r>
          </a:p>
        </p:txBody>
      </p:sp>
    </p:spTree>
    <p:extLst>
      <p:ext uri="{BB962C8B-B14F-4D97-AF65-F5344CB8AC3E}">
        <p14:creationId xmlns:p14="http://schemas.microsoft.com/office/powerpoint/2010/main" val="643471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776063-F417-4AB4-8DAC-D8A654FD11C8}"/>
              </a:ext>
            </a:extLst>
          </p:cNvPr>
          <p:cNvPicPr>
            <a:picLocks noChangeAspect="1"/>
          </p:cNvPicPr>
          <p:nvPr/>
        </p:nvPicPr>
        <p:blipFill>
          <a:blip r:embed="rId2"/>
          <a:stretch>
            <a:fillRect/>
          </a:stretch>
        </p:blipFill>
        <p:spPr>
          <a:xfrm>
            <a:off x="2756848" y="2059698"/>
            <a:ext cx="6387152" cy="3083802"/>
          </a:xfrm>
          <a:prstGeom prst="rect">
            <a:avLst/>
          </a:prstGeom>
        </p:spPr>
      </p:pic>
      <p:sp>
        <p:nvSpPr>
          <p:cNvPr id="7" name="TextBox 6">
            <a:extLst>
              <a:ext uri="{FF2B5EF4-FFF2-40B4-BE49-F238E27FC236}">
                <a16:creationId xmlns:a16="http://schemas.microsoft.com/office/drawing/2014/main" id="{D0261EC4-11AD-4632-B2A4-0DDC16CE7E54}"/>
              </a:ext>
            </a:extLst>
          </p:cNvPr>
          <p:cNvSpPr txBox="1"/>
          <p:nvPr/>
        </p:nvSpPr>
        <p:spPr>
          <a:xfrm>
            <a:off x="218364" y="115333"/>
            <a:ext cx="8625386" cy="1501925"/>
          </a:xfrm>
          <a:prstGeom prst="rect">
            <a:avLst/>
          </a:prstGeom>
          <a:noFill/>
        </p:spPr>
        <p:txBody>
          <a:bodyPr wrap="square">
            <a:spAutoFit/>
          </a:bodyPr>
          <a:lstStyle/>
          <a:p>
            <a:pPr algn="l"/>
            <a:r>
              <a:rPr lang="en-US" b="1" i="0" dirty="0">
                <a:effectLst/>
                <a:latin typeface="Segoe WPC"/>
              </a:rPr>
              <a:t>Slide 3 — Query Editor ⚡</a:t>
            </a:r>
          </a:p>
          <a:p>
            <a:pPr algn="l"/>
            <a:r>
              <a:rPr lang="en-US" sz="1400" b="1" i="0" dirty="0">
                <a:effectLst/>
                <a:latin typeface="Segoe WPC"/>
              </a:rPr>
              <a:t>Purpose:</a:t>
            </a:r>
            <a:r>
              <a:rPr lang="en-US" sz="1400" b="0" i="0" dirty="0">
                <a:effectLst/>
                <a:latin typeface="Segoe WPC"/>
              </a:rPr>
              <a:t> Write and run queries against the selected database.</a:t>
            </a:r>
          </a:p>
          <a:p>
            <a:pPr algn="l">
              <a:buFont typeface="Arial" panose="020B0604020202020204" pitchFamily="34" charset="0"/>
              <a:buChar char="•"/>
            </a:pPr>
            <a:r>
              <a:rPr lang="en-US" sz="1400" b="0" i="0" dirty="0">
                <a:effectLst/>
                <a:latin typeface="Segoe WPC"/>
              </a:rPr>
              <a:t>Enter a query and run it from the editor.</a:t>
            </a:r>
          </a:p>
          <a:p>
            <a:pPr algn="l">
              <a:buFont typeface="Arial" panose="020B0604020202020204" pitchFamily="34" charset="0"/>
              <a:buChar char="•"/>
            </a:pPr>
            <a:r>
              <a:rPr lang="en-US" sz="1400" b="0" i="0" dirty="0">
                <a:effectLst/>
                <a:latin typeface="Segoe WPC"/>
              </a:rPr>
              <a:t>Work with multiple query tabs and rename them as needed.</a:t>
            </a:r>
          </a:p>
          <a:p>
            <a:pPr algn="l">
              <a:buFont typeface="Arial" panose="020B0604020202020204" pitchFamily="34" charset="0"/>
              <a:buChar char="•"/>
            </a:pPr>
            <a:r>
              <a:rPr lang="en-US" sz="1400" b="0" i="0" dirty="0">
                <a:effectLst/>
                <a:latin typeface="Segoe WPC"/>
              </a:rPr>
              <a:t>View query results or errors after execution.</a:t>
            </a:r>
          </a:p>
          <a:p>
            <a:pPr algn="l">
              <a:buFont typeface="Arial" panose="020B0604020202020204" pitchFamily="34" charset="0"/>
              <a:buChar char="•"/>
            </a:pPr>
            <a:r>
              <a:rPr lang="en-US" sz="1400" b="0" i="0" dirty="0">
                <a:effectLst/>
                <a:latin typeface="Segoe WPC"/>
              </a:rPr>
              <a:t>Reopen saved or historical queries in the editor.</a:t>
            </a:r>
          </a:p>
        </p:txBody>
      </p:sp>
      <p:sp>
        <p:nvSpPr>
          <p:cNvPr id="9" name="TextBox 8">
            <a:extLst>
              <a:ext uri="{FF2B5EF4-FFF2-40B4-BE49-F238E27FC236}">
                <a16:creationId xmlns:a16="http://schemas.microsoft.com/office/drawing/2014/main" id="{D2F41DBD-839B-4AE0-BA18-58131356AA03}"/>
              </a:ext>
            </a:extLst>
          </p:cNvPr>
          <p:cNvSpPr txBox="1"/>
          <p:nvPr/>
        </p:nvSpPr>
        <p:spPr>
          <a:xfrm>
            <a:off x="218364" y="1705044"/>
            <a:ext cx="2442949" cy="2462213"/>
          </a:xfrm>
          <a:prstGeom prst="rect">
            <a:avLst/>
          </a:prstGeom>
          <a:noFill/>
        </p:spPr>
        <p:txBody>
          <a:bodyPr wrap="square">
            <a:spAutoFit/>
          </a:bodyPr>
          <a:lstStyle/>
          <a:p>
            <a:pPr algn="l"/>
            <a:r>
              <a:rPr lang="en-US" sz="1400" b="1" i="0" dirty="0">
                <a:effectLst/>
                <a:latin typeface="Segoe WPC"/>
              </a:rPr>
              <a:t>Speaker notes:</a:t>
            </a:r>
            <a:br>
              <a:rPr lang="en-US" sz="1400" b="0" i="0" dirty="0">
                <a:effectLst/>
                <a:latin typeface="Segoe WPC"/>
              </a:rPr>
            </a:br>
            <a:r>
              <a:rPr lang="en-US" sz="1400" b="0" i="0" dirty="0">
                <a:effectLst/>
                <a:latin typeface="Segoe WPC"/>
              </a:rPr>
              <a:t>“The Query Editor provides a workspace for running database queries. Multiple tabs help users keep separate tasks organized, and query results appear in the dashboard for review.”</a:t>
            </a:r>
          </a:p>
          <a:p>
            <a:pPr algn="l"/>
            <a:r>
              <a:rPr lang="en-US" sz="1400" b="1" i="0" dirty="0">
                <a:effectLst/>
                <a:latin typeface="Segoe WPC"/>
              </a:rPr>
              <a:t>Key takeaway:</a:t>
            </a:r>
            <a:r>
              <a:rPr lang="en-US" sz="1400" b="0" i="0" dirty="0">
                <a:effectLst/>
                <a:latin typeface="Segoe WPC"/>
              </a:rPr>
              <a:t> Write, run, and organize database queries</a:t>
            </a:r>
          </a:p>
        </p:txBody>
      </p:sp>
    </p:spTree>
    <p:extLst>
      <p:ext uri="{BB962C8B-B14F-4D97-AF65-F5344CB8AC3E}">
        <p14:creationId xmlns:p14="http://schemas.microsoft.com/office/powerpoint/2010/main" val="840842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44E306-198F-41D5-8F35-F073D82B2C49}"/>
              </a:ext>
            </a:extLst>
          </p:cNvPr>
          <p:cNvPicPr>
            <a:picLocks noChangeAspect="1"/>
          </p:cNvPicPr>
          <p:nvPr/>
        </p:nvPicPr>
        <p:blipFill>
          <a:blip r:embed="rId2"/>
          <a:stretch>
            <a:fillRect/>
          </a:stretch>
        </p:blipFill>
        <p:spPr>
          <a:xfrm>
            <a:off x="2681785" y="1869743"/>
            <a:ext cx="6462215" cy="3273757"/>
          </a:xfrm>
          <a:prstGeom prst="rect">
            <a:avLst/>
          </a:prstGeom>
        </p:spPr>
      </p:pic>
      <p:sp>
        <p:nvSpPr>
          <p:cNvPr id="5" name="TextBox 4">
            <a:extLst>
              <a:ext uri="{FF2B5EF4-FFF2-40B4-BE49-F238E27FC236}">
                <a16:creationId xmlns:a16="http://schemas.microsoft.com/office/drawing/2014/main" id="{669E166F-2D10-49DD-BFF3-AB01D3951D67}"/>
              </a:ext>
            </a:extLst>
          </p:cNvPr>
          <p:cNvSpPr txBox="1"/>
          <p:nvPr/>
        </p:nvSpPr>
        <p:spPr>
          <a:xfrm>
            <a:off x="232012" y="36228"/>
            <a:ext cx="7356143" cy="2072352"/>
          </a:xfrm>
          <a:prstGeom prst="rect">
            <a:avLst/>
          </a:prstGeom>
          <a:noFill/>
        </p:spPr>
        <p:txBody>
          <a:bodyPr wrap="square">
            <a:spAutoFit/>
          </a:bodyPr>
          <a:lstStyle/>
          <a:p>
            <a:pPr algn="l"/>
            <a:r>
              <a:rPr lang="en-US" b="1" i="0" dirty="0">
                <a:effectLst/>
                <a:latin typeface="Segoe WPC"/>
              </a:rPr>
              <a:t>Slide 4 — Query History 🕐</a:t>
            </a:r>
          </a:p>
          <a:p>
            <a:pPr algn="l"/>
            <a:r>
              <a:rPr lang="en-US" sz="1400" b="1" i="0" dirty="0">
                <a:effectLst/>
                <a:latin typeface="Segoe WPC"/>
              </a:rPr>
              <a:t>Purpose:</a:t>
            </a:r>
            <a:r>
              <a:rPr lang="en-US" sz="1400" b="0" i="0" dirty="0">
                <a:effectLst/>
                <a:latin typeface="Segoe WPC"/>
              </a:rPr>
              <a:t> Review queries that were previously run.</a:t>
            </a:r>
          </a:p>
          <a:p>
            <a:pPr algn="l">
              <a:buFont typeface="Arial" panose="020B0604020202020204" pitchFamily="34" charset="0"/>
              <a:buChar char="•"/>
            </a:pPr>
            <a:r>
              <a:rPr lang="en-US" sz="1400" b="0" i="0" dirty="0">
                <a:effectLst/>
                <a:latin typeface="Segoe WPC"/>
              </a:rPr>
              <a:t>See each recorded query along with its status and execution time.</a:t>
            </a:r>
          </a:p>
          <a:p>
            <a:pPr algn="l">
              <a:buFont typeface="Arial" panose="020B0604020202020204" pitchFamily="34" charset="0"/>
              <a:buChar char="•"/>
            </a:pPr>
            <a:r>
              <a:rPr lang="en-US" sz="1400" b="0" i="0" dirty="0">
                <a:effectLst/>
                <a:latin typeface="Segoe WPC"/>
              </a:rPr>
              <a:t>Review the number of rows affected and when it ran.</a:t>
            </a:r>
          </a:p>
          <a:p>
            <a:pPr algn="l">
              <a:buFont typeface="Arial" panose="020B0604020202020204" pitchFamily="34" charset="0"/>
              <a:buChar char="•"/>
            </a:pPr>
            <a:r>
              <a:rPr lang="en-US" sz="1400" b="0" i="0" dirty="0">
                <a:effectLst/>
                <a:latin typeface="Segoe WPC"/>
              </a:rPr>
              <a:t>Reopen a past query in the Query Editor.</a:t>
            </a:r>
          </a:p>
          <a:p>
            <a:pPr algn="l">
              <a:buFont typeface="Arial" panose="020B0604020202020204" pitchFamily="34" charset="0"/>
              <a:buChar char="•"/>
            </a:pPr>
            <a:r>
              <a:rPr lang="en-US" sz="1400" b="0" i="0" dirty="0">
                <a:effectLst/>
                <a:latin typeface="Segoe WPC"/>
              </a:rPr>
              <a:t>Delete history entries or export the history as a CSV file.</a:t>
            </a:r>
          </a:p>
          <a:p>
            <a:br>
              <a:rPr lang="en-US" dirty="0"/>
            </a:br>
            <a:endParaRPr lang="en-US" dirty="0"/>
          </a:p>
        </p:txBody>
      </p:sp>
      <p:sp>
        <p:nvSpPr>
          <p:cNvPr id="7" name="TextBox 6">
            <a:extLst>
              <a:ext uri="{FF2B5EF4-FFF2-40B4-BE49-F238E27FC236}">
                <a16:creationId xmlns:a16="http://schemas.microsoft.com/office/drawing/2014/main" id="{FFC900FC-4678-4F92-A613-EE72CCF3FC7E}"/>
              </a:ext>
            </a:extLst>
          </p:cNvPr>
          <p:cNvSpPr txBox="1"/>
          <p:nvPr/>
        </p:nvSpPr>
        <p:spPr>
          <a:xfrm>
            <a:off x="232012" y="1561742"/>
            <a:ext cx="2538484" cy="2246769"/>
          </a:xfrm>
          <a:prstGeom prst="rect">
            <a:avLst/>
          </a:prstGeom>
          <a:noFill/>
        </p:spPr>
        <p:txBody>
          <a:bodyPr wrap="square">
            <a:spAutoFit/>
          </a:bodyPr>
          <a:lstStyle/>
          <a:p>
            <a:pPr algn="l"/>
            <a:r>
              <a:rPr lang="en-US" sz="1400" b="1" i="0" dirty="0">
                <a:effectLst/>
                <a:latin typeface="Segoe WPC"/>
              </a:rPr>
              <a:t>Speaker notes:</a:t>
            </a:r>
            <a:br>
              <a:rPr lang="en-US" sz="1400" b="0" i="0" dirty="0">
                <a:effectLst/>
                <a:latin typeface="Segoe WPC"/>
              </a:rPr>
            </a:br>
            <a:r>
              <a:rPr lang="en-US" sz="1400" b="0" i="0" dirty="0">
                <a:effectLst/>
                <a:latin typeface="Segoe WPC"/>
              </a:rPr>
              <a:t>“Query History helps users revisit previous database work. It can be useful for repeating a query, checking whether an earlier run succeeded, or reviewing its execution details.”</a:t>
            </a:r>
          </a:p>
          <a:p>
            <a:pPr algn="l"/>
            <a:r>
              <a:rPr lang="en-US" sz="1400" b="1" i="0" dirty="0">
                <a:effectLst/>
                <a:latin typeface="Segoe WPC"/>
              </a:rPr>
              <a:t>Key takeaway:</a:t>
            </a:r>
            <a:r>
              <a:rPr lang="en-US" sz="1400" b="0" i="0" dirty="0">
                <a:effectLst/>
                <a:latin typeface="Segoe WPC"/>
              </a:rPr>
              <a:t> Find and reuse previously run queries.</a:t>
            </a:r>
          </a:p>
        </p:txBody>
      </p:sp>
    </p:spTree>
    <p:extLst>
      <p:ext uri="{BB962C8B-B14F-4D97-AF65-F5344CB8AC3E}">
        <p14:creationId xmlns:p14="http://schemas.microsoft.com/office/powerpoint/2010/main" val="4190441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856DFC-F7B9-46D6-AB2A-DEC9B4A5A5A6}"/>
              </a:ext>
            </a:extLst>
          </p:cNvPr>
          <p:cNvPicPr>
            <a:picLocks noChangeAspect="1"/>
          </p:cNvPicPr>
          <p:nvPr/>
        </p:nvPicPr>
        <p:blipFill>
          <a:blip r:embed="rId2"/>
          <a:stretch>
            <a:fillRect/>
          </a:stretch>
        </p:blipFill>
        <p:spPr>
          <a:xfrm>
            <a:off x="2941093" y="1842449"/>
            <a:ext cx="6202907" cy="3301052"/>
          </a:xfrm>
          <a:prstGeom prst="rect">
            <a:avLst/>
          </a:prstGeom>
        </p:spPr>
      </p:pic>
      <p:sp>
        <p:nvSpPr>
          <p:cNvPr id="5" name="TextBox 4">
            <a:extLst>
              <a:ext uri="{FF2B5EF4-FFF2-40B4-BE49-F238E27FC236}">
                <a16:creationId xmlns:a16="http://schemas.microsoft.com/office/drawing/2014/main" id="{91BF5053-A642-4BA5-ABCF-39EE8826B169}"/>
              </a:ext>
            </a:extLst>
          </p:cNvPr>
          <p:cNvSpPr txBox="1"/>
          <p:nvPr/>
        </p:nvSpPr>
        <p:spPr>
          <a:xfrm>
            <a:off x="238835" y="95594"/>
            <a:ext cx="8625386" cy="1446550"/>
          </a:xfrm>
          <a:prstGeom prst="rect">
            <a:avLst/>
          </a:prstGeom>
          <a:noFill/>
        </p:spPr>
        <p:txBody>
          <a:bodyPr wrap="square">
            <a:spAutoFit/>
          </a:bodyPr>
          <a:lstStyle/>
          <a:p>
            <a:pPr algn="l"/>
            <a:r>
              <a:rPr lang="en-US" b="1" i="0" dirty="0">
                <a:effectLst/>
                <a:latin typeface="Segoe WPC"/>
              </a:rPr>
              <a:t>Slide 5 — Slow Query 🐢</a:t>
            </a:r>
          </a:p>
          <a:p>
            <a:pPr algn="l"/>
            <a:r>
              <a:rPr lang="en-US" sz="1400" b="1" i="0" dirty="0">
                <a:effectLst/>
                <a:latin typeface="Segoe WPC"/>
              </a:rPr>
              <a:t>Purpose:</a:t>
            </a:r>
            <a:r>
              <a:rPr lang="en-US" sz="1400" b="0" i="0" dirty="0">
                <a:effectLst/>
                <a:latin typeface="Segoe WPC"/>
              </a:rPr>
              <a:t> Identify queries or processes that may be taking too long.</a:t>
            </a:r>
          </a:p>
          <a:p>
            <a:pPr algn="l">
              <a:buFont typeface="Arial" panose="020B0604020202020204" pitchFamily="34" charset="0"/>
              <a:buChar char="•"/>
            </a:pPr>
            <a:r>
              <a:rPr lang="en-US" sz="1400" b="0" i="0" dirty="0">
                <a:effectLst/>
                <a:latin typeface="Segoe WPC"/>
              </a:rPr>
              <a:t>Review live database processes and recorded slow-query history.</a:t>
            </a:r>
          </a:p>
          <a:p>
            <a:pPr algn="l">
              <a:buFont typeface="Arial" panose="020B0604020202020204" pitchFamily="34" charset="0"/>
              <a:buChar char="•"/>
            </a:pPr>
            <a:r>
              <a:rPr lang="en-US" sz="1400" b="0" i="0" dirty="0">
                <a:effectLst/>
                <a:latin typeface="Segoe WPC"/>
              </a:rPr>
              <a:t>Filter results by connection, database, and execution-time threshold.</a:t>
            </a:r>
          </a:p>
          <a:p>
            <a:pPr algn="l">
              <a:buFont typeface="Arial" panose="020B0604020202020204" pitchFamily="34" charset="0"/>
              <a:buChar char="•"/>
            </a:pPr>
            <a:r>
              <a:rPr lang="en-US" sz="1400" b="0" i="0" dirty="0">
                <a:effectLst/>
                <a:latin typeface="Segoe WPC"/>
              </a:rPr>
              <a:t>Enable automatic refresh for the live process view.</a:t>
            </a:r>
          </a:p>
          <a:p>
            <a:pPr algn="l">
              <a:buFont typeface="Arial" panose="020B0604020202020204" pitchFamily="34" charset="0"/>
              <a:buChar char="•"/>
            </a:pPr>
            <a:r>
              <a:rPr lang="en-US" sz="1400" b="0" i="0" dirty="0">
                <a:effectLst/>
                <a:latin typeface="Segoe WPC"/>
              </a:rPr>
              <a:t>Inspect query details and available suggestions; reuse a query in the Query Editor.</a:t>
            </a:r>
          </a:p>
        </p:txBody>
      </p:sp>
      <p:sp>
        <p:nvSpPr>
          <p:cNvPr id="7" name="TextBox 6">
            <a:extLst>
              <a:ext uri="{FF2B5EF4-FFF2-40B4-BE49-F238E27FC236}">
                <a16:creationId xmlns:a16="http://schemas.microsoft.com/office/drawing/2014/main" id="{5760C0A0-9D4E-4381-8F1B-A6A2CB0BFAFE}"/>
              </a:ext>
            </a:extLst>
          </p:cNvPr>
          <p:cNvSpPr txBox="1"/>
          <p:nvPr/>
        </p:nvSpPr>
        <p:spPr>
          <a:xfrm>
            <a:off x="238835" y="1501227"/>
            <a:ext cx="2674962" cy="2800767"/>
          </a:xfrm>
          <a:prstGeom prst="rect">
            <a:avLst/>
          </a:prstGeom>
          <a:noFill/>
        </p:spPr>
        <p:txBody>
          <a:bodyPr wrap="square">
            <a:spAutoFit/>
          </a:bodyPr>
          <a:lstStyle/>
          <a:p>
            <a:pPr algn="l"/>
            <a:r>
              <a:rPr lang="en-US" sz="1600" b="1" i="0" dirty="0">
                <a:effectLst/>
                <a:latin typeface="Segoe WPC"/>
              </a:rPr>
              <a:t>Speaker notes:</a:t>
            </a:r>
            <a:br>
              <a:rPr lang="en-US" sz="1800" b="0" i="0" dirty="0">
                <a:effectLst/>
                <a:latin typeface="Segoe WPC"/>
              </a:rPr>
            </a:br>
            <a:r>
              <a:rPr lang="en-US" sz="1400" b="0" i="0" dirty="0">
                <a:effectLst/>
                <a:latin typeface="Segoe WPC"/>
              </a:rPr>
              <a:t>“The Slow Query tab helps teams investigate potential performance bottlenecks. Users can review active processes or historical slow queries, narrow the results, and use the query details as a starting point for further analysis.”</a:t>
            </a:r>
            <a:endParaRPr lang="en-US" sz="1800" b="0" i="0" dirty="0">
              <a:effectLst/>
              <a:latin typeface="Segoe WPC"/>
            </a:endParaRPr>
          </a:p>
          <a:p>
            <a:pPr algn="l"/>
            <a:r>
              <a:rPr lang="en-US" sz="1600" b="1" i="0" dirty="0">
                <a:effectLst/>
                <a:latin typeface="Segoe WPC"/>
              </a:rPr>
              <a:t>Key takeaway:</a:t>
            </a:r>
            <a:r>
              <a:rPr lang="en-US" sz="1600" b="0" i="0" dirty="0">
                <a:effectLst/>
                <a:latin typeface="Segoe WPC"/>
              </a:rPr>
              <a:t> </a:t>
            </a:r>
            <a:r>
              <a:rPr lang="en-US" sz="1400" b="0" i="0" dirty="0">
                <a:effectLst/>
                <a:latin typeface="Segoe WPC"/>
              </a:rPr>
              <a:t>Find slow-running database activity to investigate.</a:t>
            </a:r>
            <a:endParaRPr lang="en-US" sz="1800" b="0" i="0" dirty="0">
              <a:effectLst/>
              <a:latin typeface="Segoe WPC"/>
            </a:endParaRPr>
          </a:p>
        </p:txBody>
      </p:sp>
    </p:spTree>
    <p:extLst>
      <p:ext uri="{BB962C8B-B14F-4D97-AF65-F5344CB8AC3E}">
        <p14:creationId xmlns:p14="http://schemas.microsoft.com/office/powerpoint/2010/main" val="2111800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4BBABE-89D0-4A47-9674-4221DC1958DF}"/>
              </a:ext>
            </a:extLst>
          </p:cNvPr>
          <p:cNvPicPr>
            <a:picLocks noChangeAspect="1"/>
          </p:cNvPicPr>
          <p:nvPr/>
        </p:nvPicPr>
        <p:blipFill>
          <a:blip r:embed="rId2"/>
          <a:stretch>
            <a:fillRect/>
          </a:stretch>
        </p:blipFill>
        <p:spPr>
          <a:xfrm>
            <a:off x="2852382" y="1767386"/>
            <a:ext cx="6291618" cy="3217870"/>
          </a:xfrm>
          <a:prstGeom prst="rect">
            <a:avLst/>
          </a:prstGeom>
        </p:spPr>
      </p:pic>
      <p:sp>
        <p:nvSpPr>
          <p:cNvPr id="5" name="TextBox 4">
            <a:extLst>
              <a:ext uri="{FF2B5EF4-FFF2-40B4-BE49-F238E27FC236}">
                <a16:creationId xmlns:a16="http://schemas.microsoft.com/office/drawing/2014/main" id="{36D15D74-27D8-43E7-BE4F-27316EC47028}"/>
              </a:ext>
            </a:extLst>
          </p:cNvPr>
          <p:cNvSpPr txBox="1"/>
          <p:nvPr/>
        </p:nvSpPr>
        <p:spPr>
          <a:xfrm>
            <a:off x="184244" y="24211"/>
            <a:ext cx="8413845" cy="1446550"/>
          </a:xfrm>
          <a:prstGeom prst="rect">
            <a:avLst/>
          </a:prstGeom>
          <a:noFill/>
        </p:spPr>
        <p:txBody>
          <a:bodyPr wrap="square">
            <a:spAutoFit/>
          </a:bodyPr>
          <a:lstStyle/>
          <a:p>
            <a:pPr algn="l"/>
            <a:r>
              <a:rPr lang="en-US" b="1" i="0" dirty="0">
                <a:effectLst/>
                <a:latin typeface="Segoe WPC"/>
              </a:rPr>
              <a:t>Slide 6 — Audit Logs 📜</a:t>
            </a:r>
          </a:p>
          <a:p>
            <a:pPr algn="l"/>
            <a:r>
              <a:rPr lang="en-US" sz="1400" b="1" i="0" dirty="0">
                <a:effectLst/>
                <a:latin typeface="Segoe WPC"/>
              </a:rPr>
              <a:t>Purpose:</a:t>
            </a:r>
            <a:r>
              <a:rPr lang="en-US" sz="1400" b="0" i="0" dirty="0">
                <a:effectLst/>
                <a:latin typeface="Segoe WPC"/>
              </a:rPr>
              <a:t> Review a record of activity performed on the connection.</a:t>
            </a:r>
          </a:p>
          <a:p>
            <a:pPr algn="l">
              <a:buFont typeface="Arial" panose="020B0604020202020204" pitchFamily="34" charset="0"/>
              <a:buChar char="•"/>
            </a:pPr>
            <a:r>
              <a:rPr lang="en-US" sz="1400" b="0" i="0" dirty="0">
                <a:effectLst/>
                <a:latin typeface="Segoe WPC"/>
              </a:rPr>
              <a:t>See recorded actions with the associated user and timestamp.</a:t>
            </a:r>
          </a:p>
          <a:p>
            <a:pPr algn="l">
              <a:buFont typeface="Arial" panose="020B0604020202020204" pitchFamily="34" charset="0"/>
              <a:buChar char="•"/>
            </a:pPr>
            <a:r>
              <a:rPr lang="en-US" sz="1400" b="0" i="0" dirty="0">
                <a:effectLst/>
                <a:latin typeface="Segoe WPC"/>
              </a:rPr>
              <a:t>Search log details and filter by action type or database.</a:t>
            </a:r>
          </a:p>
          <a:p>
            <a:pPr algn="l">
              <a:buFont typeface="Arial" panose="020B0604020202020204" pitchFamily="34" charset="0"/>
              <a:buChar char="•"/>
            </a:pPr>
            <a:r>
              <a:rPr lang="en-US" sz="1400" b="0" i="0" dirty="0">
                <a:effectLst/>
                <a:latin typeface="Segoe WPC"/>
              </a:rPr>
              <a:t>Expand query-related entries to inspect query details.</a:t>
            </a:r>
          </a:p>
          <a:p>
            <a:pPr algn="l">
              <a:buFont typeface="Arial" panose="020B0604020202020204" pitchFamily="34" charset="0"/>
              <a:buChar char="•"/>
            </a:pPr>
            <a:r>
              <a:rPr lang="en-US" sz="1400" b="0" i="0" dirty="0">
                <a:effectLst/>
                <a:latin typeface="Segoe WPC"/>
              </a:rPr>
              <a:t>Move through the results using pagination.</a:t>
            </a:r>
          </a:p>
        </p:txBody>
      </p:sp>
      <p:sp>
        <p:nvSpPr>
          <p:cNvPr id="7" name="TextBox 6">
            <a:extLst>
              <a:ext uri="{FF2B5EF4-FFF2-40B4-BE49-F238E27FC236}">
                <a16:creationId xmlns:a16="http://schemas.microsoft.com/office/drawing/2014/main" id="{87E5F045-450E-4A88-931B-63459E29DD00}"/>
              </a:ext>
            </a:extLst>
          </p:cNvPr>
          <p:cNvSpPr txBox="1"/>
          <p:nvPr/>
        </p:nvSpPr>
        <p:spPr>
          <a:xfrm>
            <a:off x="184244" y="1470761"/>
            <a:ext cx="2429302" cy="2462213"/>
          </a:xfrm>
          <a:prstGeom prst="rect">
            <a:avLst/>
          </a:prstGeom>
          <a:noFill/>
        </p:spPr>
        <p:txBody>
          <a:bodyPr wrap="square">
            <a:spAutoFit/>
          </a:bodyPr>
          <a:lstStyle/>
          <a:p>
            <a:pPr algn="l"/>
            <a:r>
              <a:rPr lang="en-US" sz="1400" b="1" i="0" dirty="0">
                <a:effectLst/>
                <a:latin typeface="Segoe WPC"/>
              </a:rPr>
              <a:t>Speaker notes:</a:t>
            </a:r>
            <a:br>
              <a:rPr lang="en-US" sz="1400" b="0" i="0" dirty="0">
                <a:effectLst/>
                <a:latin typeface="Segoe WPC"/>
              </a:rPr>
            </a:br>
            <a:r>
              <a:rPr lang="en-US" sz="1400" b="0" i="0" dirty="0">
                <a:effectLst/>
                <a:latin typeface="Segoe WPC"/>
              </a:rPr>
              <a:t>“Audit Logs provide an activity trail for the connection. Administrators can use filters and search to find relevant events and review who performed an action and when.”</a:t>
            </a:r>
          </a:p>
          <a:p>
            <a:pPr algn="l"/>
            <a:r>
              <a:rPr lang="en-US" sz="1400" b="1" i="0" dirty="0">
                <a:effectLst/>
                <a:latin typeface="Segoe WPC"/>
              </a:rPr>
              <a:t>Key takeaway:</a:t>
            </a:r>
            <a:r>
              <a:rPr lang="en-US" sz="1400" b="0" i="0" dirty="0">
                <a:effectLst/>
                <a:latin typeface="Segoe WPC"/>
              </a:rPr>
              <a:t> Review and filter the connection’s activity trail.</a:t>
            </a:r>
          </a:p>
        </p:txBody>
      </p:sp>
    </p:spTree>
    <p:extLst>
      <p:ext uri="{BB962C8B-B14F-4D97-AF65-F5344CB8AC3E}">
        <p14:creationId xmlns:p14="http://schemas.microsoft.com/office/powerpoint/2010/main" val="29550669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29CDD8-F873-4AC7-B0B1-4786FB41D4C5}"/>
              </a:ext>
            </a:extLst>
          </p:cNvPr>
          <p:cNvPicPr>
            <a:picLocks noChangeAspect="1"/>
          </p:cNvPicPr>
          <p:nvPr/>
        </p:nvPicPr>
        <p:blipFill>
          <a:blip r:embed="rId2"/>
          <a:stretch>
            <a:fillRect/>
          </a:stretch>
        </p:blipFill>
        <p:spPr>
          <a:xfrm>
            <a:off x="2866030" y="1795590"/>
            <a:ext cx="6230202" cy="3347910"/>
          </a:xfrm>
          <a:prstGeom prst="rect">
            <a:avLst/>
          </a:prstGeom>
        </p:spPr>
      </p:pic>
      <p:sp>
        <p:nvSpPr>
          <p:cNvPr id="5" name="TextBox 4">
            <a:extLst>
              <a:ext uri="{FF2B5EF4-FFF2-40B4-BE49-F238E27FC236}">
                <a16:creationId xmlns:a16="http://schemas.microsoft.com/office/drawing/2014/main" id="{41C47C83-1FAE-4668-B900-FD589BACEF42}"/>
              </a:ext>
            </a:extLst>
          </p:cNvPr>
          <p:cNvSpPr txBox="1"/>
          <p:nvPr/>
        </p:nvSpPr>
        <p:spPr>
          <a:xfrm>
            <a:off x="150125" y="0"/>
            <a:ext cx="8625385" cy="1815882"/>
          </a:xfrm>
          <a:prstGeom prst="rect">
            <a:avLst/>
          </a:prstGeom>
          <a:noFill/>
        </p:spPr>
        <p:txBody>
          <a:bodyPr wrap="square">
            <a:spAutoFit/>
          </a:bodyPr>
          <a:lstStyle/>
          <a:p>
            <a:pPr algn="l"/>
            <a:r>
              <a:rPr lang="en-US" sz="1400" b="1" i="0" dirty="0">
                <a:effectLst/>
                <a:latin typeface="Segoe WPC"/>
              </a:rPr>
              <a:t>11. System Operational Status 📊</a:t>
            </a:r>
          </a:p>
          <a:p>
            <a:pPr algn="l"/>
            <a:r>
              <a:rPr lang="en-US" sz="1400" b="1" i="0" dirty="0">
                <a:effectLst/>
                <a:latin typeface="Segoe WPC"/>
              </a:rPr>
              <a:t>Slide — System Operational Status</a:t>
            </a:r>
          </a:p>
          <a:p>
            <a:pPr algn="l"/>
            <a:r>
              <a:rPr lang="en-US" sz="1400" b="1" i="0" dirty="0">
                <a:effectLst/>
                <a:latin typeface="Segoe WPC"/>
              </a:rPr>
              <a:t>Purpose:</a:t>
            </a:r>
            <a:r>
              <a:rPr lang="en-US" sz="1400" b="0" i="0" dirty="0">
                <a:effectLst/>
                <a:latin typeface="Segoe WPC"/>
              </a:rPr>
              <a:t> Provide a quick view of the database management system’s overall health.</a:t>
            </a:r>
          </a:p>
          <a:p>
            <a:pPr algn="l">
              <a:buFont typeface="Arial" panose="020B0604020202020204" pitchFamily="34" charset="0"/>
              <a:buChar char="•"/>
            </a:pPr>
            <a:r>
              <a:rPr lang="en-US" sz="1400" b="0" i="0" dirty="0">
                <a:effectLst/>
                <a:latin typeface="Segoe WPC"/>
              </a:rPr>
              <a:t>Shows a summary status banner indicating whether systems are operational.</a:t>
            </a:r>
          </a:p>
          <a:p>
            <a:pPr algn="l">
              <a:buFont typeface="Arial" panose="020B0604020202020204" pitchFamily="34" charset="0"/>
              <a:buChar char="•"/>
            </a:pPr>
            <a:r>
              <a:rPr lang="en-US" sz="1400" b="0" i="0" dirty="0">
                <a:effectLst/>
                <a:latin typeface="Segoe WPC"/>
              </a:rPr>
              <a:t>Displays performance indicators:</a:t>
            </a:r>
          </a:p>
          <a:p>
            <a:pPr marL="742950" lvl="1" indent="-285750" algn="l">
              <a:buFont typeface="Arial" panose="020B0604020202020204" pitchFamily="34" charset="0"/>
              <a:buChar char="•"/>
            </a:pPr>
            <a:r>
              <a:rPr lang="en-US" sz="1400" b="1" i="0" dirty="0">
                <a:effectLst/>
                <a:latin typeface="Segoe WPC"/>
              </a:rPr>
              <a:t>API Gateway Latency:</a:t>
            </a:r>
            <a:r>
              <a:rPr lang="en-US" sz="1400" b="0" i="0" dirty="0">
                <a:effectLst/>
                <a:latin typeface="Segoe WPC"/>
              </a:rPr>
              <a:t> response time in milliseconds.</a:t>
            </a:r>
          </a:p>
          <a:p>
            <a:pPr marL="742950" lvl="1" indent="-285750" algn="l">
              <a:buFont typeface="Arial" panose="020B0604020202020204" pitchFamily="34" charset="0"/>
              <a:buChar char="•"/>
            </a:pPr>
            <a:r>
              <a:rPr lang="en-US" sz="1400" b="1" i="0" dirty="0">
                <a:effectLst/>
                <a:latin typeface="Segoe WPC"/>
              </a:rPr>
              <a:t>CPU Server Load:</a:t>
            </a:r>
            <a:r>
              <a:rPr lang="en-US" sz="1400" b="0" i="0" dirty="0">
                <a:effectLst/>
                <a:latin typeface="Segoe WPC"/>
              </a:rPr>
              <a:t> processor usage percentage.</a:t>
            </a:r>
          </a:p>
          <a:p>
            <a:pPr marL="742950" lvl="1" indent="-285750" algn="l">
              <a:buFont typeface="Arial" panose="020B0604020202020204" pitchFamily="34" charset="0"/>
              <a:buChar char="•"/>
            </a:pPr>
            <a:r>
              <a:rPr lang="en-US" sz="1400" b="1" i="0" dirty="0">
                <a:effectLst/>
                <a:latin typeface="Segoe WPC"/>
              </a:rPr>
              <a:t>RAM Memory Load:</a:t>
            </a:r>
            <a:r>
              <a:rPr lang="en-US" sz="1400" b="0" i="0" dirty="0">
                <a:effectLst/>
                <a:latin typeface="Segoe WPC"/>
              </a:rPr>
              <a:t> memory usage percentage.</a:t>
            </a:r>
          </a:p>
        </p:txBody>
      </p:sp>
      <p:sp>
        <p:nvSpPr>
          <p:cNvPr id="7" name="TextBox 6">
            <a:extLst>
              <a:ext uri="{FF2B5EF4-FFF2-40B4-BE49-F238E27FC236}">
                <a16:creationId xmlns:a16="http://schemas.microsoft.com/office/drawing/2014/main" id="{4509E992-8708-4E63-AC54-0AD08ABAA2CF}"/>
              </a:ext>
            </a:extLst>
          </p:cNvPr>
          <p:cNvSpPr txBox="1"/>
          <p:nvPr/>
        </p:nvSpPr>
        <p:spPr>
          <a:xfrm>
            <a:off x="47767" y="1945902"/>
            <a:ext cx="2770496" cy="2677656"/>
          </a:xfrm>
          <a:prstGeom prst="rect">
            <a:avLst/>
          </a:prstGeom>
          <a:noFill/>
        </p:spPr>
        <p:txBody>
          <a:bodyPr wrap="square">
            <a:spAutoFit/>
          </a:bodyPr>
          <a:lstStyle/>
          <a:p>
            <a:pPr algn="l">
              <a:buFont typeface="Arial" panose="020B0604020202020204" pitchFamily="34" charset="0"/>
              <a:buChar char="•"/>
            </a:pPr>
            <a:r>
              <a:rPr lang="en-US" sz="1400" b="0" i="0" dirty="0">
                <a:effectLst/>
                <a:latin typeface="Segoe WPC"/>
              </a:rPr>
              <a:t>Lists key service components and their displayed status:</a:t>
            </a:r>
          </a:p>
          <a:p>
            <a:pPr marL="742950" lvl="1" indent="-285750" algn="l">
              <a:buFont typeface="Arial" panose="020B0604020202020204" pitchFamily="34" charset="0"/>
              <a:buChar char="•"/>
            </a:pPr>
            <a:r>
              <a:rPr lang="en-US" sz="1400" b="0" i="0" dirty="0">
                <a:effectLst/>
                <a:latin typeface="Segoe WPC"/>
              </a:rPr>
              <a:t>Gateway Tunnels API</a:t>
            </a:r>
          </a:p>
          <a:p>
            <a:pPr marL="742950" lvl="1" indent="-285750" algn="l">
              <a:buFont typeface="Arial" panose="020B0604020202020204" pitchFamily="34" charset="0"/>
              <a:buChar char="•"/>
            </a:pPr>
            <a:r>
              <a:rPr lang="en-US" sz="1400" b="0" i="0" dirty="0">
                <a:effectLst/>
                <a:latin typeface="Segoe WPC"/>
              </a:rPr>
              <a:t>Database Proxy Connection Tunnels</a:t>
            </a:r>
          </a:p>
          <a:p>
            <a:pPr marL="742950" lvl="1" indent="-285750" algn="l">
              <a:buFont typeface="Arial" panose="020B0604020202020204" pitchFamily="34" charset="0"/>
              <a:buChar char="•"/>
            </a:pPr>
            <a:r>
              <a:rPr lang="en-US" sz="1400" b="0" i="0" dirty="0">
                <a:effectLst/>
                <a:latin typeface="Segoe WPC"/>
              </a:rPr>
              <a:t>System Auditing Logger System</a:t>
            </a:r>
          </a:p>
          <a:p>
            <a:pPr marL="742950" lvl="1" indent="-285750" algn="l">
              <a:buFont typeface="Arial" panose="020B0604020202020204" pitchFamily="34" charset="0"/>
              <a:buChar char="•"/>
            </a:pPr>
            <a:r>
              <a:rPr lang="en-US" sz="1400" b="0" i="0" dirty="0">
                <a:effectLst/>
                <a:latin typeface="Segoe WPC"/>
              </a:rPr>
              <a:t>Developer User Management Engine</a:t>
            </a:r>
          </a:p>
          <a:p>
            <a:pPr algn="l">
              <a:buFont typeface="Arial" panose="020B0604020202020204" pitchFamily="34" charset="0"/>
              <a:buChar char="•"/>
            </a:pPr>
            <a:r>
              <a:rPr lang="en-US" sz="1400" b="0" i="0" dirty="0">
                <a:effectLst/>
                <a:latin typeface="Segoe WPC"/>
              </a:rPr>
              <a:t>Includes a </a:t>
            </a:r>
            <a:r>
              <a:rPr lang="en-US" sz="1400" b="1" i="0" dirty="0">
                <a:effectLst/>
                <a:latin typeface="Segoe WPC"/>
              </a:rPr>
              <a:t>Force Refresh</a:t>
            </a:r>
            <a:r>
              <a:rPr lang="en-US" sz="1400" b="0" i="0" dirty="0">
                <a:effectLst/>
                <a:latin typeface="Segoe WPC"/>
              </a:rPr>
              <a:t> control and the time of the last refresh.</a:t>
            </a:r>
          </a:p>
        </p:txBody>
      </p:sp>
    </p:spTree>
    <p:extLst>
      <p:ext uri="{BB962C8B-B14F-4D97-AF65-F5344CB8AC3E}">
        <p14:creationId xmlns:p14="http://schemas.microsoft.com/office/powerpoint/2010/main" val="198409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EE2D79-850E-497C-98A4-5B3CF69B4669}"/>
              </a:ext>
            </a:extLst>
          </p:cNvPr>
          <p:cNvSpPr txBox="1"/>
          <p:nvPr/>
        </p:nvSpPr>
        <p:spPr>
          <a:xfrm>
            <a:off x="423081" y="321819"/>
            <a:ext cx="4572000" cy="307777"/>
          </a:xfrm>
          <a:prstGeom prst="rect">
            <a:avLst/>
          </a:prstGeom>
          <a:noFill/>
        </p:spPr>
        <p:txBody>
          <a:bodyPr wrap="square">
            <a:spAutoFit/>
          </a:bodyPr>
          <a:lstStyle/>
          <a:p>
            <a:pPr algn="l"/>
            <a:r>
              <a:rPr lang="en-US" sz="1400" b="1" i="0" dirty="0">
                <a:effectLst/>
                <a:latin typeface="Segoe WPC"/>
              </a:rPr>
              <a:t>Speaker notes:</a:t>
            </a:r>
            <a:endParaRPr lang="en-US" sz="1400" b="0" i="0" dirty="0">
              <a:effectLst/>
              <a:latin typeface="Segoe WPC"/>
            </a:endParaRPr>
          </a:p>
        </p:txBody>
      </p:sp>
      <p:sp>
        <p:nvSpPr>
          <p:cNvPr id="6" name="TextBox 5">
            <a:extLst>
              <a:ext uri="{FF2B5EF4-FFF2-40B4-BE49-F238E27FC236}">
                <a16:creationId xmlns:a16="http://schemas.microsoft.com/office/drawing/2014/main" id="{687DC475-4350-49EC-ACB2-DF1417D4BCD9}"/>
              </a:ext>
            </a:extLst>
          </p:cNvPr>
          <p:cNvSpPr txBox="1"/>
          <p:nvPr/>
        </p:nvSpPr>
        <p:spPr>
          <a:xfrm>
            <a:off x="423080" y="678923"/>
            <a:ext cx="8134065" cy="2308324"/>
          </a:xfrm>
          <a:prstGeom prst="rect">
            <a:avLst/>
          </a:prstGeom>
          <a:noFill/>
        </p:spPr>
        <p:txBody>
          <a:bodyPr wrap="square">
            <a:spAutoFit/>
          </a:bodyPr>
          <a:lstStyle/>
          <a:p>
            <a:pPr algn="l"/>
            <a:r>
              <a:rPr lang="en-US" sz="1600" b="0" i="0" dirty="0">
                <a:effectLst/>
                <a:latin typeface="Segoe WPC"/>
              </a:rPr>
              <a:t>“The System Operational Status page is designed as a high-level health dashboard. It brings service availability, response latency, and server resource indicators together, so users can quickly see whether the platform appears healthy and which major components are being monitored.”</a:t>
            </a:r>
          </a:p>
          <a:p>
            <a:pPr algn="l"/>
            <a:r>
              <a:rPr lang="en-US" sz="1600" b="1" i="0" dirty="0">
                <a:effectLst/>
                <a:latin typeface="Segoe WPC"/>
              </a:rPr>
              <a:t>Key takeaway:</a:t>
            </a:r>
            <a:r>
              <a:rPr lang="en-US" sz="1600" b="0" i="0" dirty="0">
                <a:effectLst/>
                <a:latin typeface="Segoe WPC"/>
              </a:rPr>
              <a:t> Get a quick overview of the platform’s operational health.</a:t>
            </a:r>
          </a:p>
          <a:p>
            <a:pPr algn="l"/>
            <a:r>
              <a:rPr lang="en-US" sz="1600" b="1" i="0" dirty="0">
                <a:effectLst/>
                <a:latin typeface="Segoe WPC"/>
              </a:rPr>
              <a:t>Important presentation note</a:t>
            </a:r>
          </a:p>
          <a:p>
            <a:pPr algn="l"/>
            <a:r>
              <a:rPr lang="en-US" sz="1600" b="0" i="0" dirty="0">
                <a:effectLst/>
                <a:latin typeface="Segoe WPC"/>
              </a:rPr>
              <a:t>The current page uses </a:t>
            </a:r>
            <a:r>
              <a:rPr lang="en-US" sz="1600" b="1" i="0" dirty="0">
                <a:effectLst/>
                <a:latin typeface="Segoe WPC"/>
              </a:rPr>
              <a:t>simulated metric values that change on refresh</a:t>
            </a:r>
            <a:r>
              <a:rPr lang="en-US" sz="1600" b="0" i="0" dirty="0">
                <a:effectLst/>
                <a:latin typeface="Segoe WPC"/>
              </a:rPr>
              <a:t>, while the service statuses and uptime percentages are fixed display values. Present these as </a:t>
            </a:r>
            <a:r>
              <a:rPr lang="en-US" sz="1600" b="1" i="0" dirty="0">
                <a:effectLst/>
                <a:latin typeface="Segoe WPC"/>
              </a:rPr>
              <a:t>illustrative dashboard indicators</a:t>
            </a:r>
            <a:r>
              <a:rPr lang="en-US" sz="1600" b="0" i="0" dirty="0">
                <a:effectLst/>
                <a:latin typeface="Segoe WPC"/>
              </a:rPr>
              <a:t>, not verified live production monitoring data.</a:t>
            </a:r>
          </a:p>
        </p:txBody>
      </p:sp>
    </p:spTree>
    <p:extLst>
      <p:ext uri="{BB962C8B-B14F-4D97-AF65-F5344CB8AC3E}">
        <p14:creationId xmlns:p14="http://schemas.microsoft.com/office/powerpoint/2010/main" val="2063863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20040"/>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731520" y="59436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2. System Architecture &amp; Access Points</a:t>
            </a:r>
            <a:endParaRPr lang="en-US" sz="2200" dirty="0"/>
          </a:p>
        </p:txBody>
      </p:sp>
      <p:sp>
        <p:nvSpPr>
          <p:cNvPr id="4" name="Shape 2"/>
          <p:cNvSpPr/>
          <p:nvPr/>
        </p:nvSpPr>
        <p:spPr>
          <a:xfrm>
            <a:off x="731519" y="1143000"/>
            <a:ext cx="5359791" cy="45719"/>
          </a:xfrm>
          <a:prstGeom prst="rect">
            <a:avLst/>
          </a:prstGeom>
          <a:solidFill>
            <a:srgbClr val="0D9DA4"/>
          </a:solidFill>
          <a:ln w="12700">
            <a:solidFill>
              <a:srgbClr val="0D9DA4"/>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2264113977"/>
              </p:ext>
            </p:extLst>
          </p:nvPr>
        </p:nvGraphicFramePr>
        <p:xfrm>
          <a:off x="731520" y="1371599"/>
          <a:ext cx="8073813" cy="3522132"/>
        </p:xfrm>
        <a:graphic>
          <a:graphicData uri="http://schemas.openxmlformats.org/drawingml/2006/table">
            <a:tbl>
              <a:tblPr/>
              <a:tblGrid>
                <a:gridCol w="2775938">
                  <a:extLst>
                    <a:ext uri="{9D8B030D-6E8A-4147-A177-3AD203B41FA5}">
                      <a16:colId xmlns:a16="http://schemas.microsoft.com/office/drawing/2014/main" val="20000"/>
                    </a:ext>
                  </a:extLst>
                </a:gridCol>
                <a:gridCol w="2775938">
                  <a:extLst>
                    <a:ext uri="{9D8B030D-6E8A-4147-A177-3AD203B41FA5}">
                      <a16:colId xmlns:a16="http://schemas.microsoft.com/office/drawing/2014/main" val="20001"/>
                    </a:ext>
                  </a:extLst>
                </a:gridCol>
                <a:gridCol w="2521937">
                  <a:extLst>
                    <a:ext uri="{9D8B030D-6E8A-4147-A177-3AD203B41FA5}">
                      <a16:colId xmlns:a16="http://schemas.microsoft.com/office/drawing/2014/main" val="20002"/>
                    </a:ext>
                  </a:extLst>
                </a:gridCol>
              </a:tblGrid>
              <a:tr h="587022">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Portal / Service Endpoint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Default URL / Port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Security / Authentication Protocol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58702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Developer Workspace Portal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http://&lt;host&gt;:5173/login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JWT Token + Role Guarded React Router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8702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Admin Management Portal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http://&lt;host&gt;:5173/users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Admin Role Guard + Bearer Authorization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8702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REST API Base Gateway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http://&lt;host&gt;:5001/api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Express 5 + Helmet + IP Rate Limiter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8702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Real-Time CDC WebSocket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ws://&lt;host&gt;:5001/socket.io</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Socket.io Connection Namespace with Auth</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58702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Backend Health Endpoint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http://&lt;host&gt;:5001/api/health</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Public Liveness / Readiness Probe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4"/>
          <p:cNvSpPr/>
          <p:nvPr/>
        </p:nvSpPr>
        <p:spPr>
          <a:xfrm>
            <a:off x="1005840" y="4206240"/>
            <a:ext cx="9875520" cy="320040"/>
          </a:xfrm>
          <a:prstGeom prst="rect">
            <a:avLst/>
          </a:prstGeom>
          <a:noFill/>
          <a:ln/>
        </p:spPr>
        <p:txBody>
          <a:bodyPr wrap="square" rtlCol="0" anchor="ctr"/>
          <a:lstStyle/>
          <a:p>
            <a:pPr marL="0" indent="0">
              <a:buNone/>
            </a:pPr>
            <a:endParaRPr lang="en-US" sz="1300" dirty="0"/>
          </a:p>
        </p:txBody>
      </p:sp>
      <p:sp>
        <p:nvSpPr>
          <p:cNvPr id="8" name="Text 5"/>
          <p:cNvSpPr/>
          <p:nvPr/>
        </p:nvSpPr>
        <p:spPr>
          <a:xfrm>
            <a:off x="1005840" y="4572000"/>
            <a:ext cx="9875520" cy="1188720"/>
          </a:xfrm>
          <a:prstGeom prst="rect">
            <a:avLst/>
          </a:prstGeom>
          <a:noFill/>
          <a:ln/>
        </p:spPr>
        <p:txBody>
          <a:bodyPr wrap="square" rtlCol="0" anchor="ctr"/>
          <a:lstStyle/>
          <a:p>
            <a:pPr marL="0" indent="0">
              <a:lnSpc>
                <a:spcPts val="1800"/>
              </a:lnSpc>
              <a:buNone/>
            </a:pPr>
            <a:endParaRPr lang="en-US" sz="1050" dirty="0"/>
          </a:p>
        </p:txBody>
      </p:sp>
      <p:sp>
        <p:nvSpPr>
          <p:cNvPr id="9" name="Text 6"/>
          <p:cNvSpPr/>
          <p:nvPr/>
        </p:nvSpPr>
        <p:spPr>
          <a:xfrm>
            <a:off x="731520" y="6400800"/>
            <a:ext cx="10515600" cy="274320"/>
          </a:xfrm>
          <a:prstGeom prst="rect">
            <a:avLst/>
          </a:prstGeom>
          <a:noFill/>
          <a:ln/>
        </p:spPr>
        <p:txBody>
          <a:bodyPr wrap="square"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Database Management System | Page 6 of 30 | Confidential © 2026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3">
            <a:extLst>
              <a:ext uri="{FF2B5EF4-FFF2-40B4-BE49-F238E27FC236}">
                <a16:creationId xmlns:a16="http://schemas.microsoft.com/office/drawing/2014/main" id="{4BD0C667-B835-45C0-904B-7A789E14D88C}"/>
              </a:ext>
            </a:extLst>
          </p:cNvPr>
          <p:cNvSpPr/>
          <p:nvPr/>
        </p:nvSpPr>
        <p:spPr>
          <a:xfrm>
            <a:off x="204893" y="268817"/>
            <a:ext cx="8734214" cy="4605865"/>
          </a:xfrm>
          <a:prstGeom prst="roundRect">
            <a:avLst/>
          </a:prstGeom>
          <a:solidFill>
            <a:srgbClr val="EFF6FF"/>
          </a:solidFill>
          <a:ln w="12700">
            <a:solidFill>
              <a:srgbClr val="BFDBFE"/>
            </a:solidFill>
            <a:prstDash val="solid"/>
          </a:ln>
        </p:spPr>
        <p:txBody>
          <a:bodyPr/>
          <a:lstStyle/>
          <a:p>
            <a:endParaRPr lang="en-US" dirty="0"/>
          </a:p>
        </p:txBody>
      </p:sp>
      <p:sp>
        <p:nvSpPr>
          <p:cNvPr id="4" name="TextBox 3">
            <a:extLst>
              <a:ext uri="{FF2B5EF4-FFF2-40B4-BE49-F238E27FC236}">
                <a16:creationId xmlns:a16="http://schemas.microsoft.com/office/drawing/2014/main" id="{D6291B6D-4F34-476A-A25C-B390EF3B1466}"/>
              </a:ext>
            </a:extLst>
          </p:cNvPr>
          <p:cNvSpPr txBox="1"/>
          <p:nvPr/>
        </p:nvSpPr>
        <p:spPr>
          <a:xfrm>
            <a:off x="855133" y="661999"/>
            <a:ext cx="5147734" cy="369332"/>
          </a:xfrm>
          <a:prstGeom prst="rect">
            <a:avLst/>
          </a:prstGeom>
          <a:noFill/>
        </p:spPr>
        <p:txBody>
          <a:bodyPr wrap="square">
            <a:spAutoFit/>
          </a:bodyPr>
          <a:lstStyle/>
          <a:p>
            <a:pPr marL="0" indent="0">
              <a:buNone/>
            </a:pPr>
            <a:r>
              <a:rPr lang="en-US" sz="1800" b="1" dirty="0">
                <a:solidFill>
                  <a:srgbClr val="1E40AF"/>
                </a:solidFill>
                <a:latin typeface="Arial" pitchFamily="34" charset="0"/>
                <a:ea typeface="Arial" pitchFamily="34" charset="-122"/>
                <a:cs typeface="Arial" pitchFamily="34" charset="-120"/>
              </a:rPr>
              <a:t>Enterprise Security Proxy Architecture</a:t>
            </a:r>
            <a:endParaRPr lang="en-US" sz="1800" dirty="0"/>
          </a:p>
        </p:txBody>
      </p:sp>
      <p:sp>
        <p:nvSpPr>
          <p:cNvPr id="6" name="TextBox 5">
            <a:extLst>
              <a:ext uri="{FF2B5EF4-FFF2-40B4-BE49-F238E27FC236}">
                <a16:creationId xmlns:a16="http://schemas.microsoft.com/office/drawing/2014/main" id="{5C9AF8D0-CB74-44AC-9C8B-D413244C17B9}"/>
              </a:ext>
            </a:extLst>
          </p:cNvPr>
          <p:cNvSpPr txBox="1"/>
          <p:nvPr/>
        </p:nvSpPr>
        <p:spPr>
          <a:xfrm>
            <a:off x="931333" y="1371934"/>
            <a:ext cx="5249333" cy="1942198"/>
          </a:xfrm>
          <a:prstGeom prst="rect">
            <a:avLst/>
          </a:prstGeom>
          <a:noFill/>
        </p:spPr>
        <p:txBody>
          <a:bodyPr wrap="square">
            <a:spAutoFit/>
          </a:bodyPr>
          <a:lstStyle/>
          <a:p>
            <a:pPr marL="0" indent="0">
              <a:lnSpc>
                <a:spcPts val="1800"/>
              </a:lnSpc>
              <a:buNone/>
            </a:pPr>
            <a:r>
              <a:rPr lang="en-US" sz="1800" dirty="0">
                <a:solidFill>
                  <a:srgbClr val="1E3A8A"/>
                </a:solidFill>
                <a:latin typeface="Calibri" pitchFamily="34" charset="0"/>
                <a:ea typeface="Calibri" pitchFamily="34" charset="-122"/>
                <a:cs typeface="Calibri" pitchFamily="34" charset="-120"/>
              </a:rPr>
              <a:t>All communications between client interfaces and target database engines (MySQL, PostgreSQL, MongoDB, Oracle) pass through the centralized Node.js API Gateway. Target database credentials remain encrypted inside the backend Mongoose store and are NEVER exposed to the frontend. Connection pooling manages socket reuse and prevents connection exhaustion on target production servers.</a:t>
            </a:r>
            <a:endParaRPr lang="en-US" sz="1800" dirty="0"/>
          </a:p>
        </p:txBody>
      </p:sp>
      <p:sp>
        <p:nvSpPr>
          <p:cNvPr id="8" name="TextBox 7">
            <a:extLst>
              <a:ext uri="{FF2B5EF4-FFF2-40B4-BE49-F238E27FC236}">
                <a16:creationId xmlns:a16="http://schemas.microsoft.com/office/drawing/2014/main" id="{8748FD92-13CA-48AA-A602-5149A70FB63C}"/>
              </a:ext>
            </a:extLst>
          </p:cNvPr>
          <p:cNvSpPr txBox="1"/>
          <p:nvPr/>
        </p:nvSpPr>
        <p:spPr>
          <a:xfrm>
            <a:off x="204893" y="-1770"/>
            <a:ext cx="6314440" cy="230832"/>
          </a:xfrm>
          <a:prstGeom prst="rect">
            <a:avLst/>
          </a:prstGeom>
          <a:noFill/>
        </p:spPr>
        <p:txBody>
          <a:bodyPr wrap="square">
            <a:spAutoFit/>
          </a:bodyP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Tree>
    <p:extLst>
      <p:ext uri="{BB962C8B-B14F-4D97-AF65-F5344CB8AC3E}">
        <p14:creationId xmlns:p14="http://schemas.microsoft.com/office/powerpoint/2010/main" val="34408051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DAEFE9-682A-4CAE-8E25-F6EB4B8B93A6}"/>
              </a:ext>
            </a:extLst>
          </p:cNvPr>
          <p:cNvSpPr txBox="1"/>
          <p:nvPr/>
        </p:nvSpPr>
        <p:spPr>
          <a:xfrm>
            <a:off x="388620" y="390644"/>
            <a:ext cx="6926580" cy="400110"/>
          </a:xfrm>
          <a:prstGeom prst="rect">
            <a:avLst/>
          </a:prstGeom>
          <a:noFill/>
        </p:spPr>
        <p:txBody>
          <a:bodyPr wrap="square">
            <a:spAutoFit/>
          </a:bodyPr>
          <a:lstStyle/>
          <a:p>
            <a:pPr marL="0" indent="0">
              <a:buNone/>
            </a:pPr>
            <a:r>
              <a:rPr lang="en-US" sz="2000" b="1" dirty="0">
                <a:solidFill>
                  <a:srgbClr val="0D9DA4"/>
                </a:solidFill>
                <a:latin typeface="Arial" pitchFamily="34" charset="0"/>
                <a:ea typeface="Arial" pitchFamily="34" charset="-122"/>
                <a:cs typeface="Arial" pitchFamily="34" charset="-120"/>
              </a:rPr>
              <a:t>Database Objects &amp; Schema Discovery</a:t>
            </a:r>
            <a:endParaRPr lang="en-US" sz="2000" dirty="0"/>
          </a:p>
        </p:txBody>
      </p:sp>
      <p:sp>
        <p:nvSpPr>
          <p:cNvPr id="5" name="TextBox 4">
            <a:extLst>
              <a:ext uri="{FF2B5EF4-FFF2-40B4-BE49-F238E27FC236}">
                <a16:creationId xmlns:a16="http://schemas.microsoft.com/office/drawing/2014/main" id="{69137AA0-D7FB-442E-ADAB-05B7F20A12AC}"/>
              </a:ext>
            </a:extLst>
          </p:cNvPr>
          <p:cNvSpPr txBox="1"/>
          <p:nvPr/>
        </p:nvSpPr>
        <p:spPr>
          <a:xfrm>
            <a:off x="464820" y="889511"/>
            <a:ext cx="4572000" cy="682238"/>
          </a:xfrm>
          <a:prstGeom prst="rect">
            <a:avLst/>
          </a:prstGeom>
          <a:noFill/>
        </p:spPr>
        <p:txBody>
          <a:bodyPr wrap="square">
            <a:spAutoFit/>
          </a:bodyPr>
          <a:lstStyle/>
          <a:p>
            <a:pPr marL="0" indent="0">
              <a:lnSpc>
                <a:spcPts val="1500"/>
              </a:lnSpc>
              <a:buNone/>
            </a:pPr>
            <a:r>
              <a:rPr lang="en-US" sz="1800" dirty="0">
                <a:solidFill>
                  <a:srgbClr val="334155"/>
                </a:solidFill>
                <a:latin typeface="Calibri" pitchFamily="34" charset="0"/>
                <a:ea typeface="Calibri" pitchFamily="34" charset="-122"/>
                <a:cs typeface="Calibri" pitchFamily="34" charset="-120"/>
              </a:rPr>
              <a:t>• Interactive Sidebar Tree: Collapsible hierarchy organizing database schemas, base tables, views, stored procedures, and triggers.</a:t>
            </a:r>
            <a:endParaRPr lang="en-US" sz="1800" dirty="0"/>
          </a:p>
        </p:txBody>
      </p:sp>
      <p:sp>
        <p:nvSpPr>
          <p:cNvPr id="7" name="TextBox 6">
            <a:extLst>
              <a:ext uri="{FF2B5EF4-FFF2-40B4-BE49-F238E27FC236}">
                <a16:creationId xmlns:a16="http://schemas.microsoft.com/office/drawing/2014/main" id="{5568FF72-4732-40F2-88F9-7F6F1D5D5CED}"/>
              </a:ext>
            </a:extLst>
          </p:cNvPr>
          <p:cNvSpPr txBox="1"/>
          <p:nvPr/>
        </p:nvSpPr>
        <p:spPr>
          <a:xfrm>
            <a:off x="464820" y="1697152"/>
            <a:ext cx="4572000" cy="874598"/>
          </a:xfrm>
          <a:prstGeom prst="rect">
            <a:avLst/>
          </a:prstGeom>
          <a:noFill/>
        </p:spPr>
        <p:txBody>
          <a:bodyPr wrap="square">
            <a:spAutoFit/>
          </a:bodyPr>
          <a:lstStyle/>
          <a:p>
            <a:pPr marL="0" indent="0">
              <a:lnSpc>
                <a:spcPts val="1500"/>
              </a:lnSpc>
              <a:buNone/>
            </a:pPr>
            <a:r>
              <a:rPr lang="en-US" sz="1800" dirty="0">
                <a:solidFill>
                  <a:srgbClr val="334155"/>
                </a:solidFill>
                <a:latin typeface="Calibri" pitchFamily="34" charset="0"/>
                <a:ea typeface="Calibri" pitchFamily="34" charset="-122"/>
                <a:cs typeface="Calibri" pitchFamily="34" charset="-120"/>
              </a:rPr>
              <a:t>• MySQL Workbench Category Tabs: Dedicated tab navigation for Tables, Views, Stored Procedures, Functions, Indexes, and Constraints.</a:t>
            </a:r>
            <a:endParaRPr lang="en-US" sz="1800" dirty="0"/>
          </a:p>
        </p:txBody>
      </p:sp>
      <p:sp>
        <p:nvSpPr>
          <p:cNvPr id="9" name="TextBox 8">
            <a:extLst>
              <a:ext uri="{FF2B5EF4-FFF2-40B4-BE49-F238E27FC236}">
                <a16:creationId xmlns:a16="http://schemas.microsoft.com/office/drawing/2014/main" id="{7EF1F27D-2852-4BCE-AF3C-259289042E29}"/>
              </a:ext>
            </a:extLst>
          </p:cNvPr>
          <p:cNvSpPr txBox="1"/>
          <p:nvPr/>
        </p:nvSpPr>
        <p:spPr>
          <a:xfrm>
            <a:off x="464820" y="2697153"/>
            <a:ext cx="4572000" cy="874598"/>
          </a:xfrm>
          <a:prstGeom prst="rect">
            <a:avLst/>
          </a:prstGeom>
          <a:noFill/>
        </p:spPr>
        <p:txBody>
          <a:bodyPr wrap="square">
            <a:spAutoFit/>
          </a:bodyPr>
          <a:lstStyle/>
          <a:p>
            <a:pPr marL="0" indent="0">
              <a:lnSpc>
                <a:spcPts val="1500"/>
              </a:lnSpc>
              <a:buNone/>
            </a:pPr>
            <a:r>
              <a:rPr lang="en-US" sz="1800" dirty="0">
                <a:solidFill>
                  <a:srgbClr val="334155"/>
                </a:solidFill>
                <a:latin typeface="Calibri" pitchFamily="34" charset="0"/>
                <a:ea typeface="Calibri" pitchFamily="34" charset="-122"/>
                <a:cs typeface="Calibri" pitchFamily="34" charset="-120"/>
              </a:rPr>
              <a:t>• Table Metadata Breakdown: Live record counts, data length, index size, creation time, and storage engine (</a:t>
            </a:r>
            <a:r>
              <a:rPr lang="en-US" sz="1800" dirty="0" err="1">
                <a:solidFill>
                  <a:srgbClr val="334155"/>
                </a:solidFill>
                <a:latin typeface="Calibri" pitchFamily="34" charset="0"/>
                <a:ea typeface="Calibri" pitchFamily="34" charset="-122"/>
                <a:cs typeface="Calibri" pitchFamily="34" charset="-120"/>
              </a:rPr>
              <a:t>InnoDB</a:t>
            </a:r>
            <a:r>
              <a:rPr lang="en-US" sz="1800" dirty="0">
                <a:solidFill>
                  <a:srgbClr val="334155"/>
                </a:solidFill>
                <a:latin typeface="Calibri" pitchFamily="34" charset="0"/>
                <a:ea typeface="Calibri" pitchFamily="34" charset="-122"/>
                <a:cs typeface="Calibri" pitchFamily="34" charset="-120"/>
              </a:rPr>
              <a:t>, </a:t>
            </a:r>
            <a:r>
              <a:rPr lang="en-US" sz="1800" dirty="0" err="1">
                <a:solidFill>
                  <a:srgbClr val="334155"/>
                </a:solidFill>
                <a:latin typeface="Calibri" pitchFamily="34" charset="0"/>
                <a:ea typeface="Calibri" pitchFamily="34" charset="-122"/>
                <a:cs typeface="Calibri" pitchFamily="34" charset="-120"/>
              </a:rPr>
              <a:t>MyISAM</a:t>
            </a:r>
            <a:r>
              <a:rPr lang="en-US" sz="1800" dirty="0">
                <a:solidFill>
                  <a:srgbClr val="334155"/>
                </a:solidFill>
                <a:latin typeface="Calibri" pitchFamily="34" charset="0"/>
                <a:ea typeface="Calibri" pitchFamily="34" charset="-122"/>
                <a:cs typeface="Calibri" pitchFamily="34" charset="-120"/>
              </a:rPr>
              <a:t>, </a:t>
            </a:r>
            <a:r>
              <a:rPr lang="en-US" sz="1800" dirty="0" err="1">
                <a:solidFill>
                  <a:srgbClr val="334155"/>
                </a:solidFill>
                <a:latin typeface="Calibri" pitchFamily="34" charset="0"/>
                <a:ea typeface="Calibri" pitchFamily="34" charset="-122"/>
                <a:cs typeface="Calibri" pitchFamily="34" charset="-120"/>
              </a:rPr>
              <a:t>WiredTiger</a:t>
            </a:r>
            <a:r>
              <a:rPr lang="en-US" sz="1800" dirty="0">
                <a:solidFill>
                  <a:srgbClr val="334155"/>
                </a:solidFill>
                <a:latin typeface="Calibri" pitchFamily="34" charset="0"/>
                <a:ea typeface="Calibri" pitchFamily="34" charset="-122"/>
                <a:cs typeface="Calibri" pitchFamily="34" charset="-120"/>
              </a:rPr>
              <a:t>).</a:t>
            </a:r>
            <a:endParaRPr lang="en-US" sz="1800" dirty="0"/>
          </a:p>
        </p:txBody>
      </p:sp>
      <p:sp>
        <p:nvSpPr>
          <p:cNvPr id="11" name="TextBox 10">
            <a:extLst>
              <a:ext uri="{FF2B5EF4-FFF2-40B4-BE49-F238E27FC236}">
                <a16:creationId xmlns:a16="http://schemas.microsoft.com/office/drawing/2014/main" id="{1FC9299C-C4DD-4033-8A20-4B65CFD0E496}"/>
              </a:ext>
            </a:extLst>
          </p:cNvPr>
          <p:cNvSpPr txBox="1"/>
          <p:nvPr/>
        </p:nvSpPr>
        <p:spPr>
          <a:xfrm>
            <a:off x="464820" y="3625091"/>
            <a:ext cx="4572000" cy="682238"/>
          </a:xfrm>
          <a:prstGeom prst="rect">
            <a:avLst/>
          </a:prstGeom>
          <a:noFill/>
        </p:spPr>
        <p:txBody>
          <a:bodyPr wrap="square">
            <a:spAutoFit/>
          </a:bodyPr>
          <a:lstStyle/>
          <a:p>
            <a:pPr marL="0" indent="0">
              <a:lnSpc>
                <a:spcPts val="1500"/>
              </a:lnSpc>
              <a:buNone/>
            </a:pPr>
            <a:r>
              <a:rPr lang="en-US" sz="1800" dirty="0">
                <a:solidFill>
                  <a:srgbClr val="334155"/>
                </a:solidFill>
                <a:latin typeface="Calibri" pitchFamily="34" charset="0"/>
                <a:ea typeface="Calibri" pitchFamily="34" charset="-122"/>
                <a:cs typeface="Calibri" pitchFamily="34" charset="-120"/>
              </a:rPr>
              <a:t>• Stored Procedure Definition Viewer: Built-in syntax modal displaying DDL definitions for procedures, functions, and triggers.</a:t>
            </a:r>
            <a:endParaRPr lang="en-US" sz="1800" dirty="0"/>
          </a:p>
        </p:txBody>
      </p:sp>
      <p:sp>
        <p:nvSpPr>
          <p:cNvPr id="13" name="TextBox 12">
            <a:extLst>
              <a:ext uri="{FF2B5EF4-FFF2-40B4-BE49-F238E27FC236}">
                <a16:creationId xmlns:a16="http://schemas.microsoft.com/office/drawing/2014/main" id="{556A37BA-AFE1-446F-BAF3-B76F6C5C3E1B}"/>
              </a:ext>
            </a:extLst>
          </p:cNvPr>
          <p:cNvSpPr txBox="1"/>
          <p:nvPr/>
        </p:nvSpPr>
        <p:spPr>
          <a:xfrm>
            <a:off x="464820" y="4393178"/>
            <a:ext cx="4572000" cy="682238"/>
          </a:xfrm>
          <a:prstGeom prst="rect">
            <a:avLst/>
          </a:prstGeom>
          <a:noFill/>
        </p:spPr>
        <p:txBody>
          <a:bodyPr wrap="square">
            <a:spAutoFit/>
          </a:bodyPr>
          <a:lstStyle/>
          <a:p>
            <a:pPr marL="0" indent="0">
              <a:lnSpc>
                <a:spcPts val="1500"/>
              </a:lnSpc>
              <a:buNone/>
            </a:pPr>
            <a:r>
              <a:rPr lang="en-US" sz="1800" dirty="0">
                <a:solidFill>
                  <a:srgbClr val="334155"/>
                </a:solidFill>
                <a:latin typeface="Calibri" pitchFamily="34" charset="0"/>
                <a:ea typeface="Calibri" pitchFamily="34" charset="-122"/>
                <a:cs typeface="Calibri" pitchFamily="34" charset="-120"/>
              </a:rPr>
              <a:t>• Index &amp; Constraint Inspector: View index types (BTREE, HASH, UNIQUE), column lists, and foreign key cascade rules.</a:t>
            </a:r>
            <a:endParaRPr lang="en-US" sz="1800" dirty="0"/>
          </a:p>
        </p:txBody>
      </p:sp>
      <p:sp>
        <p:nvSpPr>
          <p:cNvPr id="15" name="TextBox 14">
            <a:extLst>
              <a:ext uri="{FF2B5EF4-FFF2-40B4-BE49-F238E27FC236}">
                <a16:creationId xmlns:a16="http://schemas.microsoft.com/office/drawing/2014/main" id="{8D51E156-D0C1-467E-A0ED-D9542B6081BF}"/>
              </a:ext>
            </a:extLst>
          </p:cNvPr>
          <p:cNvSpPr txBox="1"/>
          <p:nvPr/>
        </p:nvSpPr>
        <p:spPr>
          <a:xfrm>
            <a:off x="388620" y="34409"/>
            <a:ext cx="4572000" cy="230832"/>
          </a:xfrm>
          <a:prstGeom prst="rect">
            <a:avLst/>
          </a:prstGeom>
          <a:noFill/>
        </p:spPr>
        <p:txBody>
          <a:bodyPr wrap="square">
            <a:spAutoFit/>
          </a:bodyP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16" name="Shape 2">
            <a:extLst>
              <a:ext uri="{FF2B5EF4-FFF2-40B4-BE49-F238E27FC236}">
                <a16:creationId xmlns:a16="http://schemas.microsoft.com/office/drawing/2014/main" id="{45888BAA-607A-4C92-8FB2-2B79C22AB089}"/>
              </a:ext>
            </a:extLst>
          </p:cNvPr>
          <p:cNvSpPr/>
          <p:nvPr/>
        </p:nvSpPr>
        <p:spPr>
          <a:xfrm>
            <a:off x="464820" y="745034"/>
            <a:ext cx="8587740" cy="58628"/>
          </a:xfrm>
          <a:prstGeom prst="rect">
            <a:avLst/>
          </a:prstGeom>
          <a:solidFill>
            <a:srgbClr val="0D9DA4"/>
          </a:solidFill>
          <a:ln w="12700">
            <a:solidFill>
              <a:srgbClr val="0D9DA4"/>
            </a:solidFill>
            <a:prstDash val="solid"/>
          </a:ln>
        </p:spPr>
      </p:sp>
    </p:spTree>
    <p:extLst>
      <p:ext uri="{BB962C8B-B14F-4D97-AF65-F5344CB8AC3E}">
        <p14:creationId xmlns:p14="http://schemas.microsoft.com/office/powerpoint/2010/main" val="1232334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175260" y="68580"/>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182881" y="33581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3.4 Real-Time Binlog Audit &amp; Change Data Capture (CDC)</a:t>
            </a:r>
            <a:endParaRPr lang="en-US" sz="2200" dirty="0"/>
          </a:p>
        </p:txBody>
      </p:sp>
      <p:sp>
        <p:nvSpPr>
          <p:cNvPr id="4" name="Shape 2"/>
          <p:cNvSpPr/>
          <p:nvPr/>
        </p:nvSpPr>
        <p:spPr>
          <a:xfrm flipV="1">
            <a:off x="295514" y="915461"/>
            <a:ext cx="7825084" cy="45719"/>
          </a:xfrm>
          <a:prstGeom prst="rect">
            <a:avLst/>
          </a:prstGeom>
          <a:solidFill>
            <a:srgbClr val="0D9DA4"/>
          </a:solidFill>
          <a:ln w="12700">
            <a:solidFill>
              <a:srgbClr val="0D9DA4"/>
            </a:solidFill>
            <a:prstDash val="solid"/>
          </a:ln>
        </p:spPr>
      </p:sp>
      <p:sp>
        <p:nvSpPr>
          <p:cNvPr id="5" name="Text 3"/>
          <p:cNvSpPr/>
          <p:nvPr/>
        </p:nvSpPr>
        <p:spPr>
          <a:xfrm>
            <a:off x="228903" y="1100876"/>
            <a:ext cx="8290560" cy="640080"/>
          </a:xfrm>
          <a:prstGeom prst="rect">
            <a:avLst/>
          </a:prstGeom>
          <a:noFill/>
          <a:ln/>
        </p:spPr>
        <p:txBody>
          <a:bodyPr wrap="square" rtlCol="0" anchor="ctr"/>
          <a:lstStyle/>
          <a:p>
            <a:pPr marL="0" indent="0">
              <a:lnSpc>
                <a:spcPts val="1700"/>
              </a:lnSpc>
              <a:buNone/>
            </a:pPr>
            <a:r>
              <a:rPr lang="en-US" sz="1150" dirty="0">
                <a:solidFill>
                  <a:srgbClr val="334155"/>
                </a:solidFill>
                <a:latin typeface="Calibri" pitchFamily="34" charset="0"/>
                <a:ea typeface="Calibri" pitchFamily="34" charset="-122"/>
                <a:cs typeface="Calibri" pitchFamily="34" charset="-120"/>
              </a:rPr>
              <a:t>The Binlog Audit module connects directly to MySQL binary logs and transaction streams, providing real-time Change Data Capture (CDC). Every committed transaction is parsed, categorized, and streamed to active users with visual before/after row diffs.</a:t>
            </a:r>
            <a:endParaRPr lang="en-US" sz="1150" dirty="0"/>
          </a:p>
        </p:txBody>
      </p:sp>
      <p:sp>
        <p:nvSpPr>
          <p:cNvPr id="6" name="Shape 4"/>
          <p:cNvSpPr/>
          <p:nvPr/>
        </p:nvSpPr>
        <p:spPr>
          <a:xfrm>
            <a:off x="45721" y="2103120"/>
            <a:ext cx="2331719" cy="1828800"/>
          </a:xfrm>
          <a:prstGeom prst="roundRect">
            <a:avLst/>
          </a:prstGeom>
          <a:solidFill>
            <a:srgbClr val="FFFFFF"/>
          </a:solidFill>
          <a:ln w="12700">
            <a:solidFill>
              <a:srgbClr val="E2E8F0"/>
            </a:solidFill>
            <a:prstDash val="solid"/>
          </a:ln>
        </p:spPr>
        <p:txBody>
          <a:bodyPr/>
          <a:lstStyle/>
          <a:p>
            <a:endParaRPr lang="en-US" dirty="0"/>
          </a:p>
        </p:txBody>
      </p:sp>
      <p:sp>
        <p:nvSpPr>
          <p:cNvPr id="7" name="Text 5"/>
          <p:cNvSpPr/>
          <p:nvPr/>
        </p:nvSpPr>
        <p:spPr>
          <a:xfrm>
            <a:off x="182881" y="2240280"/>
            <a:ext cx="2240280" cy="365760"/>
          </a:xfrm>
          <a:prstGeom prst="rect">
            <a:avLst/>
          </a:prstGeom>
          <a:noFill/>
          <a:ln/>
        </p:spPr>
        <p:txBody>
          <a:bodyPr wrap="square" rtlCol="0" anchor="ctr"/>
          <a:lstStyle/>
          <a:p>
            <a:pPr marL="0" indent="0">
              <a:buNone/>
            </a:pPr>
            <a:r>
              <a:rPr lang="en-US" sz="1200" b="1" dirty="0">
                <a:solidFill>
                  <a:srgbClr val="0D9DA4"/>
                </a:solidFill>
                <a:latin typeface="Arial" pitchFamily="34" charset="0"/>
                <a:ea typeface="Arial" pitchFamily="34" charset="-122"/>
                <a:cs typeface="Arial" pitchFamily="34" charset="-120"/>
              </a:rPr>
              <a:t>Live Streaming Feed</a:t>
            </a:r>
            <a:endParaRPr lang="en-US" sz="1200" dirty="0"/>
          </a:p>
        </p:txBody>
      </p:sp>
      <p:sp>
        <p:nvSpPr>
          <p:cNvPr id="8" name="Text 6"/>
          <p:cNvSpPr/>
          <p:nvPr/>
        </p:nvSpPr>
        <p:spPr>
          <a:xfrm>
            <a:off x="175260" y="2331720"/>
            <a:ext cx="2240280" cy="1188720"/>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Duplex WebSockets over Socket.io automatically push transactions to the UI without page reloading.</a:t>
            </a:r>
            <a:endParaRPr lang="en-US" sz="1000" dirty="0"/>
          </a:p>
        </p:txBody>
      </p:sp>
      <p:sp>
        <p:nvSpPr>
          <p:cNvPr id="9" name="Shape 7"/>
          <p:cNvSpPr/>
          <p:nvPr/>
        </p:nvSpPr>
        <p:spPr>
          <a:xfrm>
            <a:off x="2480308" y="2091690"/>
            <a:ext cx="2171699" cy="1828800"/>
          </a:xfrm>
          <a:prstGeom prst="roundRect">
            <a:avLst/>
          </a:prstGeom>
          <a:solidFill>
            <a:srgbClr val="FFFFFF"/>
          </a:solidFill>
          <a:ln w="12700">
            <a:solidFill>
              <a:srgbClr val="E2E8F0"/>
            </a:solidFill>
            <a:prstDash val="solid"/>
          </a:ln>
        </p:spPr>
        <p:txBody>
          <a:bodyPr/>
          <a:lstStyle/>
          <a:p>
            <a:endParaRPr lang="en-US" dirty="0"/>
          </a:p>
        </p:txBody>
      </p:sp>
      <p:sp>
        <p:nvSpPr>
          <p:cNvPr id="10" name="Text 8"/>
          <p:cNvSpPr/>
          <p:nvPr/>
        </p:nvSpPr>
        <p:spPr>
          <a:xfrm>
            <a:off x="2487929" y="2148840"/>
            <a:ext cx="2240280" cy="365760"/>
          </a:xfrm>
          <a:prstGeom prst="rect">
            <a:avLst/>
          </a:prstGeom>
          <a:noFill/>
          <a:ln/>
        </p:spPr>
        <p:txBody>
          <a:bodyPr wrap="square" rtlCol="0" anchor="ctr"/>
          <a:lstStyle/>
          <a:p>
            <a:pPr marL="0" indent="0">
              <a:buNone/>
            </a:pPr>
            <a:r>
              <a:rPr lang="en-US" sz="1200" b="1" dirty="0">
                <a:solidFill>
                  <a:srgbClr val="0D9DA4"/>
                </a:solidFill>
                <a:latin typeface="Arial" pitchFamily="34" charset="0"/>
                <a:ea typeface="Arial" pitchFamily="34" charset="-122"/>
                <a:cs typeface="Arial" pitchFamily="34" charset="-120"/>
              </a:rPr>
              <a:t>Visual Diff Viewer</a:t>
            </a:r>
            <a:endParaRPr lang="en-US" sz="1200" dirty="0"/>
          </a:p>
        </p:txBody>
      </p:sp>
      <p:sp>
        <p:nvSpPr>
          <p:cNvPr id="11" name="Text 9"/>
          <p:cNvSpPr/>
          <p:nvPr/>
        </p:nvSpPr>
        <p:spPr>
          <a:xfrm>
            <a:off x="2449831" y="2270760"/>
            <a:ext cx="2240280" cy="1188720"/>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Displays exact field-level comparison between pre-update values (Old) and post-update values (New).</a:t>
            </a:r>
            <a:endParaRPr lang="en-US" sz="1000" dirty="0"/>
          </a:p>
        </p:txBody>
      </p:sp>
      <p:sp>
        <p:nvSpPr>
          <p:cNvPr id="12" name="Shape 10"/>
          <p:cNvSpPr/>
          <p:nvPr/>
        </p:nvSpPr>
        <p:spPr>
          <a:xfrm>
            <a:off x="4766305" y="2103120"/>
            <a:ext cx="2240280" cy="1828800"/>
          </a:xfrm>
          <a:prstGeom prst="roundRect">
            <a:avLst/>
          </a:prstGeom>
          <a:solidFill>
            <a:srgbClr val="FFFFFF"/>
          </a:solidFill>
          <a:ln w="12700">
            <a:solidFill>
              <a:srgbClr val="E2E8F0"/>
            </a:solidFill>
            <a:prstDash val="solid"/>
          </a:ln>
        </p:spPr>
      </p:sp>
      <p:sp>
        <p:nvSpPr>
          <p:cNvPr id="13" name="Text 11"/>
          <p:cNvSpPr/>
          <p:nvPr/>
        </p:nvSpPr>
        <p:spPr>
          <a:xfrm>
            <a:off x="4804409" y="2160270"/>
            <a:ext cx="2240280" cy="365760"/>
          </a:xfrm>
          <a:prstGeom prst="rect">
            <a:avLst/>
          </a:prstGeom>
          <a:noFill/>
          <a:ln/>
        </p:spPr>
        <p:txBody>
          <a:bodyPr wrap="square" rtlCol="0" anchor="ctr"/>
          <a:lstStyle/>
          <a:p>
            <a:pPr marL="0" indent="0">
              <a:buNone/>
            </a:pPr>
            <a:r>
              <a:rPr lang="en-US" sz="1200" b="1" dirty="0">
                <a:solidFill>
                  <a:srgbClr val="0D9DA4"/>
                </a:solidFill>
                <a:latin typeface="Arial" pitchFamily="34" charset="0"/>
                <a:ea typeface="Arial" pitchFamily="34" charset="-122"/>
                <a:cs typeface="Arial" pitchFamily="34" charset="-120"/>
              </a:rPr>
              <a:t>Granular Event Filtering</a:t>
            </a:r>
            <a:endParaRPr lang="en-US" sz="1200" dirty="0"/>
          </a:p>
        </p:txBody>
      </p:sp>
      <p:sp>
        <p:nvSpPr>
          <p:cNvPr id="14" name="Text 12"/>
          <p:cNvSpPr/>
          <p:nvPr/>
        </p:nvSpPr>
        <p:spPr>
          <a:xfrm>
            <a:off x="4827269" y="2369820"/>
            <a:ext cx="2240280" cy="1188720"/>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Filter transactions by event type: DML (INSERT, UPDATE, DELETE), DDL (CREATE, ALTER, DROP), or Stored Procedures.</a:t>
            </a:r>
            <a:endParaRPr lang="en-US" sz="1000" dirty="0"/>
          </a:p>
        </p:txBody>
      </p:sp>
      <p:sp>
        <p:nvSpPr>
          <p:cNvPr id="15" name="Shape 13"/>
          <p:cNvSpPr/>
          <p:nvPr/>
        </p:nvSpPr>
        <p:spPr>
          <a:xfrm>
            <a:off x="7128513" y="2076450"/>
            <a:ext cx="1893567" cy="1828800"/>
          </a:xfrm>
          <a:prstGeom prst="roundRect">
            <a:avLst/>
          </a:prstGeom>
          <a:solidFill>
            <a:srgbClr val="FFFFFF"/>
          </a:solidFill>
          <a:ln w="12700">
            <a:solidFill>
              <a:srgbClr val="E2E8F0"/>
            </a:solidFill>
            <a:prstDash val="solid"/>
          </a:ln>
        </p:spPr>
      </p:sp>
      <p:sp>
        <p:nvSpPr>
          <p:cNvPr id="16" name="Text 14"/>
          <p:cNvSpPr/>
          <p:nvPr/>
        </p:nvSpPr>
        <p:spPr>
          <a:xfrm>
            <a:off x="7128513" y="2205990"/>
            <a:ext cx="2240280" cy="365760"/>
          </a:xfrm>
          <a:prstGeom prst="rect">
            <a:avLst/>
          </a:prstGeom>
          <a:noFill/>
          <a:ln/>
        </p:spPr>
        <p:txBody>
          <a:bodyPr wrap="square" rtlCol="0" anchor="ctr"/>
          <a:lstStyle/>
          <a:p>
            <a:pPr marL="0" indent="0">
              <a:buNone/>
            </a:pPr>
            <a:r>
              <a:rPr lang="en-US" sz="1200" b="1" dirty="0">
                <a:solidFill>
                  <a:srgbClr val="0D9DA4"/>
                </a:solidFill>
                <a:latin typeface="Arial" pitchFamily="34" charset="0"/>
                <a:ea typeface="Arial" pitchFamily="34" charset="-122"/>
                <a:cs typeface="Arial" pitchFamily="34" charset="-120"/>
              </a:rPr>
              <a:t>Audit Attribution</a:t>
            </a:r>
            <a:endParaRPr lang="en-US" sz="1200" dirty="0"/>
          </a:p>
        </p:txBody>
      </p:sp>
      <p:sp>
        <p:nvSpPr>
          <p:cNvPr id="17" name="Text 15"/>
          <p:cNvSpPr/>
          <p:nvPr/>
        </p:nvSpPr>
        <p:spPr>
          <a:xfrm>
            <a:off x="7105653" y="2324100"/>
            <a:ext cx="1756407" cy="1234440"/>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Tracks binary log coordinates (Log File, Position, Offset), DB User, App User, and exact execution timestamp.</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250939299"/>
              </p:ext>
            </p:extLst>
          </p:nvPr>
        </p:nvGraphicFramePr>
        <p:xfrm>
          <a:off x="0" y="4732020"/>
          <a:ext cx="9143999" cy="1181100"/>
        </p:xfrm>
        <a:graphic>
          <a:graphicData uri="http://schemas.openxmlformats.org/drawingml/2006/table">
            <a:tbl>
              <a:tblPr/>
              <a:tblGrid>
                <a:gridCol w="1335386">
                  <a:extLst>
                    <a:ext uri="{9D8B030D-6E8A-4147-A177-3AD203B41FA5}">
                      <a16:colId xmlns:a16="http://schemas.microsoft.com/office/drawing/2014/main" val="20000"/>
                    </a:ext>
                  </a:extLst>
                </a:gridCol>
                <a:gridCol w="2602871">
                  <a:extLst>
                    <a:ext uri="{9D8B030D-6E8A-4147-A177-3AD203B41FA5}">
                      <a16:colId xmlns:a16="http://schemas.microsoft.com/office/drawing/2014/main" val="20001"/>
                    </a:ext>
                  </a:extLst>
                </a:gridCol>
                <a:gridCol w="2602871">
                  <a:extLst>
                    <a:ext uri="{9D8B030D-6E8A-4147-A177-3AD203B41FA5}">
                      <a16:colId xmlns:a16="http://schemas.microsoft.com/office/drawing/2014/main" val="20002"/>
                    </a:ext>
                  </a:extLst>
                </a:gridCol>
                <a:gridCol w="2602871">
                  <a:extLst>
                    <a:ext uri="{9D8B030D-6E8A-4147-A177-3AD203B41FA5}">
                      <a16:colId xmlns:a16="http://schemas.microsoft.com/office/drawing/2014/main" val="20003"/>
                    </a:ext>
                  </a:extLst>
                </a:gridCol>
              </a:tblGrid>
              <a:tr h="0">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0">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9" name="Text 16"/>
          <p:cNvSpPr/>
          <p:nvPr/>
        </p:nvSpPr>
        <p:spPr>
          <a:xfrm>
            <a:off x="45720" y="4937760"/>
            <a:ext cx="10515600" cy="274320"/>
          </a:xfrm>
          <a:prstGeom prst="rect">
            <a:avLst/>
          </a:prstGeom>
          <a:noFill/>
          <a:ln/>
        </p:spPr>
        <p:txBody>
          <a:bodyPr wrap="square" rtlCol="0" anchor="ctr"/>
          <a:lstStyle/>
          <a:p>
            <a:pPr marL="0" indent="0">
              <a:buNone/>
            </a:pP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83A860B-DEE6-4C0C-A9E1-5F8F5FAFEFD6}"/>
              </a:ext>
            </a:extLst>
          </p:cNvPr>
          <p:cNvGraphicFramePr>
            <a:graphicFrameLocks noGrp="1"/>
          </p:cNvGraphicFramePr>
          <p:nvPr>
            <p:extLst>
              <p:ext uri="{D42A27DB-BD31-4B8C-83A1-F6EECF244321}">
                <p14:modId xmlns:p14="http://schemas.microsoft.com/office/powerpoint/2010/main" val="3793521939"/>
              </p:ext>
            </p:extLst>
          </p:nvPr>
        </p:nvGraphicFramePr>
        <p:xfrm>
          <a:off x="346710" y="533400"/>
          <a:ext cx="8614409" cy="4122420"/>
        </p:xfrm>
        <a:graphic>
          <a:graphicData uri="http://schemas.openxmlformats.org/drawingml/2006/table">
            <a:tbl>
              <a:tblPr/>
              <a:tblGrid>
                <a:gridCol w="1258046">
                  <a:extLst>
                    <a:ext uri="{9D8B030D-6E8A-4147-A177-3AD203B41FA5}">
                      <a16:colId xmlns:a16="http://schemas.microsoft.com/office/drawing/2014/main" val="1727563215"/>
                    </a:ext>
                  </a:extLst>
                </a:gridCol>
                <a:gridCol w="2452121">
                  <a:extLst>
                    <a:ext uri="{9D8B030D-6E8A-4147-A177-3AD203B41FA5}">
                      <a16:colId xmlns:a16="http://schemas.microsoft.com/office/drawing/2014/main" val="1669313903"/>
                    </a:ext>
                  </a:extLst>
                </a:gridCol>
                <a:gridCol w="2452121">
                  <a:extLst>
                    <a:ext uri="{9D8B030D-6E8A-4147-A177-3AD203B41FA5}">
                      <a16:colId xmlns:a16="http://schemas.microsoft.com/office/drawing/2014/main" val="3617830585"/>
                    </a:ext>
                  </a:extLst>
                </a:gridCol>
                <a:gridCol w="2452121">
                  <a:extLst>
                    <a:ext uri="{9D8B030D-6E8A-4147-A177-3AD203B41FA5}">
                      <a16:colId xmlns:a16="http://schemas.microsoft.com/office/drawing/2014/main" val="1664445551"/>
                    </a:ext>
                  </a:extLst>
                </a:gridCol>
              </a:tblGrid>
              <a:tr h="824484">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Event Type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Statement Pattern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Captured Audit Diff</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Socket Broadcast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527191107"/>
                  </a:ext>
                </a:extLst>
              </a:tr>
              <a:tr h="824484">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INSERT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INSERT INTO employees (name, salary) VALUES (...)</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New Data object with populated columns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Instant push to room connection_&lt;id&gt;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3058592946"/>
                  </a:ext>
                </a:extLst>
              </a:tr>
              <a:tr h="824484">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UPDATE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UPDATE employees SET salary = 95000 WHERE id = 12</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Old Data: { salary: 85000 } ➔ New Data: { salary: 95000 }</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Instant push with field highlight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636986180"/>
                  </a:ext>
                </a:extLst>
              </a:tr>
              <a:tr h="824484">
                <a:tc>
                  <a:txBody>
                    <a:bodyPr/>
                    <a:lstStyle/>
                    <a:p>
                      <a:pPr marL="0" indent="0">
                        <a:buNone/>
                      </a:pPr>
                      <a:r>
                        <a:rPr lang="en-US" sz="950">
                          <a:solidFill>
                            <a:srgbClr val="000000"/>
                          </a:solidFill>
                          <a:latin typeface="Calibri" pitchFamily="34" charset="0"/>
                          <a:ea typeface="Calibri" pitchFamily="34" charset="-122"/>
                          <a:cs typeface="Calibri" pitchFamily="34" charset="-120"/>
                        </a:rPr>
                        <a:t>DELETE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DELETE FROM employees WHERE id = 12</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Old Data: entire deleted employee record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Instant push to audit history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362219400"/>
                  </a:ext>
                </a:extLst>
              </a:tr>
              <a:tr h="824484">
                <a:tc>
                  <a:txBody>
                    <a:bodyPr/>
                    <a:lstStyle/>
                    <a:p>
                      <a:pPr marL="0" indent="0">
                        <a:buNone/>
                      </a:pPr>
                      <a:r>
                        <a:rPr lang="en-US" sz="950">
                          <a:solidFill>
                            <a:srgbClr val="000000"/>
                          </a:solidFill>
                          <a:latin typeface="Calibri" pitchFamily="34" charset="0"/>
                          <a:ea typeface="Calibri" pitchFamily="34" charset="-122"/>
                          <a:cs typeface="Calibri" pitchFamily="34" charset="-120"/>
                        </a:rPr>
                        <a:t>DDL</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ALTER TABLE employees ADD COLUMN status VARCHAR(20)</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a:solidFill>
                            <a:srgbClr val="000000"/>
                          </a:solidFill>
                          <a:latin typeface="Calibri" pitchFamily="34" charset="0"/>
                          <a:ea typeface="Calibri" pitchFamily="34" charset="-122"/>
                          <a:cs typeface="Calibri" pitchFamily="34" charset="-120"/>
                        </a:rPr>
                        <a:t>Schema change log with execution coordinates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Instant alert to admin &amp; developers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22061299"/>
                  </a:ext>
                </a:extLst>
              </a:tr>
            </a:tbl>
          </a:graphicData>
        </a:graphic>
      </p:graphicFrame>
      <p:sp>
        <p:nvSpPr>
          <p:cNvPr id="4" name="TextBox 3">
            <a:extLst>
              <a:ext uri="{FF2B5EF4-FFF2-40B4-BE49-F238E27FC236}">
                <a16:creationId xmlns:a16="http://schemas.microsoft.com/office/drawing/2014/main" id="{DAC46A96-8342-47F6-8A3B-C865F62E1E47}"/>
              </a:ext>
            </a:extLst>
          </p:cNvPr>
          <p:cNvSpPr txBox="1"/>
          <p:nvPr/>
        </p:nvSpPr>
        <p:spPr>
          <a:xfrm>
            <a:off x="251460" y="17041"/>
            <a:ext cx="4572000" cy="230832"/>
          </a:xfrm>
          <a:prstGeom prst="rect">
            <a:avLst/>
          </a:prstGeom>
          <a:noFill/>
        </p:spPr>
        <p:txBody>
          <a:bodyPr wrap="square">
            <a:spAutoFit/>
          </a:bodyP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Tree>
    <p:extLst>
      <p:ext uri="{BB962C8B-B14F-4D97-AF65-F5344CB8AC3E}">
        <p14:creationId xmlns:p14="http://schemas.microsoft.com/office/powerpoint/2010/main" val="2104991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20040"/>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731520" y="59436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3.5 Health Telemetry &amp; 3.6 Slow Query Profiler</a:t>
            </a:r>
            <a:endParaRPr lang="en-US" sz="2200" dirty="0"/>
          </a:p>
        </p:txBody>
      </p:sp>
      <p:sp>
        <p:nvSpPr>
          <p:cNvPr id="4" name="Shape 2"/>
          <p:cNvSpPr/>
          <p:nvPr/>
        </p:nvSpPr>
        <p:spPr>
          <a:xfrm flipV="1">
            <a:off x="731520" y="1188719"/>
            <a:ext cx="6187440" cy="45719"/>
          </a:xfrm>
          <a:prstGeom prst="rect">
            <a:avLst/>
          </a:prstGeom>
          <a:solidFill>
            <a:srgbClr val="0D9DA4"/>
          </a:solidFill>
          <a:ln w="12700">
            <a:solidFill>
              <a:srgbClr val="0D9DA4"/>
            </a:solidFill>
            <a:prstDash val="solid"/>
          </a:ln>
        </p:spPr>
      </p:sp>
      <p:sp>
        <p:nvSpPr>
          <p:cNvPr id="5" name="Shape 3"/>
          <p:cNvSpPr/>
          <p:nvPr/>
        </p:nvSpPr>
        <p:spPr>
          <a:xfrm>
            <a:off x="213360" y="1341119"/>
            <a:ext cx="4358640" cy="3688085"/>
          </a:xfrm>
          <a:prstGeom prst="roundRect">
            <a:avLst/>
          </a:prstGeom>
          <a:solidFill>
            <a:srgbClr val="FFFFFF"/>
          </a:solidFill>
          <a:ln w="12700">
            <a:solidFill>
              <a:srgbClr val="E2E8F0"/>
            </a:solidFill>
            <a:prstDash val="solid"/>
          </a:ln>
        </p:spPr>
        <p:txBody>
          <a:bodyPr/>
          <a:lstStyle/>
          <a:p>
            <a:endParaRPr lang="en-US" dirty="0"/>
          </a:p>
        </p:txBody>
      </p:sp>
      <p:sp>
        <p:nvSpPr>
          <p:cNvPr id="6" name="Text 4"/>
          <p:cNvSpPr/>
          <p:nvPr/>
        </p:nvSpPr>
        <p:spPr>
          <a:xfrm>
            <a:off x="731520" y="1386840"/>
            <a:ext cx="4572000" cy="365760"/>
          </a:xfrm>
          <a:prstGeom prst="rect">
            <a:avLst/>
          </a:prstGeom>
          <a:noFill/>
          <a:ln/>
        </p:spPr>
        <p:txBody>
          <a:bodyPr wrap="square" rtlCol="0" anchor="ctr"/>
          <a:lstStyle/>
          <a:p>
            <a:pPr marL="0" indent="0">
              <a:buNone/>
            </a:pPr>
            <a:r>
              <a:rPr lang="en-US" sz="1300" b="1" dirty="0">
                <a:solidFill>
                  <a:srgbClr val="0D9DA4"/>
                </a:solidFill>
                <a:latin typeface="Arial" pitchFamily="34" charset="0"/>
                <a:ea typeface="Arial" pitchFamily="34" charset="-122"/>
                <a:cs typeface="Arial" pitchFamily="34" charset="-120"/>
              </a:rPr>
              <a:t>3.5 Live Server Telemetry &amp; Metrics</a:t>
            </a:r>
            <a:endParaRPr lang="en-US" sz="1300" dirty="0"/>
          </a:p>
        </p:txBody>
      </p:sp>
      <p:sp>
        <p:nvSpPr>
          <p:cNvPr id="7" name="Text 5"/>
          <p:cNvSpPr/>
          <p:nvPr/>
        </p:nvSpPr>
        <p:spPr>
          <a:xfrm>
            <a:off x="731520" y="1851659"/>
            <a:ext cx="3444240" cy="2811780"/>
          </a:xfrm>
          <a:prstGeom prst="rect">
            <a:avLst/>
          </a:prstGeom>
          <a:noFill/>
          <a:ln/>
        </p:spPr>
        <p:txBody>
          <a:bodyPr wrap="square" rtlCol="0" anchor="ctr"/>
          <a:lstStyle/>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Interactive Recharts Telemetry: Real-time visual monitoring of CPU load, active connections, and memory utilization.</a:t>
            </a:r>
            <a:endParaRPr lang="en-US" sz="1000" dirty="0"/>
          </a:p>
          <a:p>
            <a:pPr marL="0" indent="0">
              <a:lnSpc>
                <a:spcPts val="1500"/>
              </a:lnSpc>
              <a:buNone/>
            </a:pPr>
            <a:endParaRPr lang="en-US" sz="1000" dirty="0"/>
          </a:p>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Database Space Breakdown: Disk storage visualization per database table, distinguishing data bytes from index bytes.</a:t>
            </a:r>
            <a:endParaRPr lang="en-US" sz="1000" dirty="0"/>
          </a:p>
          <a:p>
            <a:pPr marL="0" indent="0">
              <a:lnSpc>
                <a:spcPts val="1500"/>
              </a:lnSpc>
              <a:buNone/>
            </a:pPr>
            <a:endParaRPr lang="en-US" sz="1000" dirty="0"/>
          </a:p>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Background Snapshots: Automated background health daemon taking regular snapshots into MonitoringSnapshot store.</a:t>
            </a:r>
            <a:endParaRPr lang="en-US" sz="1000" dirty="0"/>
          </a:p>
          <a:p>
            <a:pPr marL="0" indent="0">
              <a:lnSpc>
                <a:spcPts val="1500"/>
              </a:lnSpc>
              <a:buNone/>
            </a:pPr>
            <a:endParaRPr lang="en-US" sz="1000" dirty="0"/>
          </a:p>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Connection Pool Health: Monitors active vs. idle connections, preventing pool starvation on high concurrency.</a:t>
            </a:r>
            <a:endParaRPr lang="en-US" sz="1000" dirty="0"/>
          </a:p>
          <a:p>
            <a:pPr marL="0" indent="0">
              <a:lnSpc>
                <a:spcPts val="1500"/>
              </a:lnSpc>
              <a:buNone/>
            </a:pPr>
            <a:endParaRPr lang="en-US" sz="1000" dirty="0"/>
          </a:p>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Multi-Engine Status Metrics: Engine-specific variables: MySQL Threads Connected, Postgres Backend Active, Mongo Oplog/RAM.</a:t>
            </a:r>
            <a:endParaRPr lang="en-US" sz="1000" dirty="0"/>
          </a:p>
        </p:txBody>
      </p:sp>
      <p:sp>
        <p:nvSpPr>
          <p:cNvPr id="8" name="Shape 6"/>
          <p:cNvSpPr/>
          <p:nvPr/>
        </p:nvSpPr>
        <p:spPr>
          <a:xfrm>
            <a:off x="4785360" y="1280156"/>
            <a:ext cx="4236720" cy="3794767"/>
          </a:xfrm>
          <a:prstGeom prst="roundRect">
            <a:avLst/>
          </a:prstGeom>
          <a:solidFill>
            <a:srgbClr val="FFFFFF"/>
          </a:solidFill>
          <a:ln w="12700">
            <a:solidFill>
              <a:srgbClr val="E2E8F0"/>
            </a:solidFill>
            <a:prstDash val="solid"/>
          </a:ln>
        </p:spPr>
      </p:sp>
      <p:sp>
        <p:nvSpPr>
          <p:cNvPr id="9" name="Text 7"/>
          <p:cNvSpPr/>
          <p:nvPr/>
        </p:nvSpPr>
        <p:spPr>
          <a:xfrm>
            <a:off x="5273040" y="1386840"/>
            <a:ext cx="4572000" cy="365760"/>
          </a:xfrm>
          <a:prstGeom prst="rect">
            <a:avLst/>
          </a:prstGeom>
          <a:noFill/>
          <a:ln/>
        </p:spPr>
        <p:txBody>
          <a:bodyPr wrap="square" rtlCol="0" anchor="ctr"/>
          <a:lstStyle/>
          <a:p>
            <a:pPr marL="0" indent="0">
              <a:buNone/>
            </a:pPr>
            <a:r>
              <a:rPr lang="en-US" sz="1300" b="1" dirty="0">
                <a:solidFill>
                  <a:srgbClr val="0D9DA4"/>
                </a:solidFill>
                <a:latin typeface="Arial" pitchFamily="34" charset="0"/>
                <a:ea typeface="Arial" pitchFamily="34" charset="-122"/>
                <a:cs typeface="Arial" pitchFamily="34" charset="-120"/>
              </a:rPr>
              <a:t>3.6 Automated Slow Query Profiler</a:t>
            </a:r>
            <a:endParaRPr lang="en-US" sz="1300" dirty="0"/>
          </a:p>
        </p:txBody>
      </p:sp>
      <p:sp>
        <p:nvSpPr>
          <p:cNvPr id="10" name="Text 8"/>
          <p:cNvSpPr/>
          <p:nvPr/>
        </p:nvSpPr>
        <p:spPr>
          <a:xfrm>
            <a:off x="5303520" y="1676402"/>
            <a:ext cx="3383280" cy="3230880"/>
          </a:xfrm>
          <a:prstGeom prst="rect">
            <a:avLst/>
          </a:prstGeom>
          <a:noFill/>
          <a:ln/>
        </p:spPr>
        <p:txBody>
          <a:bodyPr wrap="square" rtlCol="0" anchor="ctr"/>
          <a:lstStyle/>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Automated Threshold Capture: Queries exceeding latency threshold (default &gt;100ms) are recorded automatically.</a:t>
            </a:r>
            <a:endParaRPr lang="en-US" sz="1000" dirty="0"/>
          </a:p>
          <a:p>
            <a:pPr marL="0" indent="0">
              <a:lnSpc>
                <a:spcPts val="1500"/>
              </a:lnSpc>
              <a:buNone/>
            </a:pPr>
            <a:endParaRPr lang="en-US" sz="1000" dirty="0"/>
          </a:p>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Detailed Execution Diagnostics: Captures exact execution duration (ms), rows examined, rows returned, client IP, and user ID.</a:t>
            </a:r>
            <a:endParaRPr lang="en-US" sz="1000" dirty="0"/>
          </a:p>
          <a:p>
            <a:pPr marL="0" indent="0">
              <a:lnSpc>
                <a:spcPts val="1500"/>
              </a:lnSpc>
              <a:buNone/>
            </a:pPr>
            <a:endParaRPr lang="en-US" sz="1000" dirty="0"/>
          </a:p>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Automated DBA Tuning Engine: Evaluates queries to generate instant optimization advice (e.g. "Add index on column X", "Missing WHERE clause causes full table scan").</a:t>
            </a:r>
            <a:endParaRPr lang="en-US" sz="1000" dirty="0"/>
          </a:p>
          <a:p>
            <a:pPr marL="0" indent="0">
              <a:lnSpc>
                <a:spcPts val="1500"/>
              </a:lnSpc>
              <a:buNone/>
            </a:pPr>
            <a:endParaRPr lang="en-US" sz="1000" dirty="0"/>
          </a:p>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Historical Latency Trends: Analyze recurring slow queries to prioritize database index creation and query refactoring.</a:t>
            </a:r>
            <a:endParaRPr lang="en-US" sz="1000" dirty="0"/>
          </a:p>
          <a:p>
            <a:pPr marL="0" indent="0">
              <a:lnSpc>
                <a:spcPts val="1500"/>
              </a:lnSpc>
              <a:buNone/>
            </a:pPr>
            <a:endParaRPr lang="en-US" sz="1000" dirty="0"/>
          </a:p>
          <a:p>
            <a:pPr marL="0" indent="0">
              <a:lnSpc>
                <a:spcPts val="1500"/>
              </a:lnSpc>
              <a:buNone/>
            </a:pPr>
            <a:r>
              <a:rPr lang="en-US" sz="1000" dirty="0">
                <a:solidFill>
                  <a:srgbClr val="334155"/>
                </a:solidFill>
                <a:latin typeface="Calibri" pitchFamily="34" charset="0"/>
                <a:ea typeface="Calibri" pitchFamily="34" charset="-122"/>
                <a:cs typeface="Calibri" pitchFamily="34" charset="-120"/>
              </a:rPr>
              <a:t>• Alert Webhook Integration: Sends threshold breach notifications to Slack, Discord, and Email when queries spike.</a:t>
            </a:r>
            <a:endParaRPr lang="en-US" sz="1000" dirty="0"/>
          </a:p>
        </p:txBody>
      </p:sp>
      <p:sp>
        <p:nvSpPr>
          <p:cNvPr id="11" name="Text 9"/>
          <p:cNvSpPr/>
          <p:nvPr/>
        </p:nvSpPr>
        <p:spPr>
          <a:xfrm>
            <a:off x="320040" y="4937759"/>
            <a:ext cx="10515600" cy="274320"/>
          </a:xfrm>
          <a:prstGeom prst="rect">
            <a:avLst/>
          </a:prstGeom>
          <a:noFill/>
          <a:ln/>
        </p:spPr>
        <p:txBody>
          <a:bodyPr wrap="square" rtlCol="0" anchor="ctr"/>
          <a:lstStyle/>
          <a:p>
            <a:pPr marL="0" indent="0">
              <a:buNone/>
            </a:pP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00100" y="140142"/>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861060" y="414462"/>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4. Developer Portal — Complete Execution Flow</a:t>
            </a:r>
            <a:endParaRPr lang="en-US" sz="2200" dirty="0"/>
          </a:p>
        </p:txBody>
      </p:sp>
      <p:sp>
        <p:nvSpPr>
          <p:cNvPr id="4" name="Shape 2"/>
          <p:cNvSpPr/>
          <p:nvPr/>
        </p:nvSpPr>
        <p:spPr>
          <a:xfrm flipV="1">
            <a:off x="739140" y="917274"/>
            <a:ext cx="6583680" cy="45828"/>
          </a:xfrm>
          <a:prstGeom prst="rect">
            <a:avLst/>
          </a:prstGeom>
          <a:solidFill>
            <a:srgbClr val="0D9DA4"/>
          </a:solidFill>
          <a:ln w="12700">
            <a:solidFill>
              <a:srgbClr val="0D9DA4"/>
            </a:solidFill>
            <a:prstDash val="solid"/>
          </a:ln>
        </p:spPr>
      </p:sp>
      <p:sp>
        <p:nvSpPr>
          <p:cNvPr id="5" name="Shape 3"/>
          <p:cNvSpPr/>
          <p:nvPr/>
        </p:nvSpPr>
        <p:spPr>
          <a:xfrm>
            <a:off x="76200" y="1274476"/>
            <a:ext cx="2038971" cy="1364944"/>
          </a:xfrm>
          <a:prstGeom prst="roundRect">
            <a:avLst/>
          </a:prstGeom>
          <a:solidFill>
            <a:srgbClr val="FFFFFF"/>
          </a:solidFill>
          <a:ln w="12700">
            <a:solidFill>
              <a:srgbClr val="E2E8F0"/>
            </a:solidFill>
            <a:prstDash val="solid"/>
          </a:ln>
        </p:spPr>
      </p:sp>
      <p:sp>
        <p:nvSpPr>
          <p:cNvPr id="6" name="Text 4"/>
          <p:cNvSpPr/>
          <p:nvPr/>
        </p:nvSpPr>
        <p:spPr>
          <a:xfrm>
            <a:off x="281940" y="1308984"/>
            <a:ext cx="638417" cy="138759"/>
          </a:xfrm>
          <a:prstGeom prst="rect">
            <a:avLst/>
          </a:prstGeom>
          <a:noFill/>
          <a:ln/>
        </p:spPr>
        <p:txBody>
          <a:bodyPr wrap="square" rtlCol="0" anchor="ctr"/>
          <a:lstStyle/>
          <a:p>
            <a:pPr marL="0" indent="0">
              <a:buNone/>
            </a:pPr>
            <a:r>
              <a:rPr lang="en-US" sz="1100" b="1" dirty="0">
                <a:solidFill>
                  <a:srgbClr val="0D9DA4"/>
                </a:solidFill>
                <a:latin typeface="Arial" pitchFamily="34" charset="0"/>
                <a:ea typeface="Arial" pitchFamily="34" charset="-122"/>
                <a:cs typeface="Arial" pitchFamily="34" charset="-120"/>
              </a:rPr>
              <a:t>4.1</a:t>
            </a:r>
            <a:endParaRPr lang="en-US" sz="1100" dirty="0"/>
          </a:p>
        </p:txBody>
      </p:sp>
      <p:sp>
        <p:nvSpPr>
          <p:cNvPr id="7" name="Text 5"/>
          <p:cNvSpPr/>
          <p:nvPr/>
        </p:nvSpPr>
        <p:spPr>
          <a:xfrm>
            <a:off x="231781" y="1582176"/>
            <a:ext cx="1955153" cy="231265"/>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Developer Login</a:t>
            </a:r>
            <a:endParaRPr lang="en-US" sz="1200" dirty="0"/>
          </a:p>
        </p:txBody>
      </p:sp>
      <p:sp>
        <p:nvSpPr>
          <p:cNvPr id="8" name="Text 6"/>
          <p:cNvSpPr/>
          <p:nvPr/>
        </p:nvSpPr>
        <p:spPr>
          <a:xfrm>
            <a:off x="101621" y="1957166"/>
            <a:ext cx="1955153" cy="531909"/>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Secure login, JWT auth, redirect to allowed connections list.</a:t>
            </a:r>
            <a:endParaRPr lang="en-US" sz="1000" dirty="0"/>
          </a:p>
        </p:txBody>
      </p:sp>
      <p:sp>
        <p:nvSpPr>
          <p:cNvPr id="9" name="Shape 7"/>
          <p:cNvSpPr/>
          <p:nvPr/>
        </p:nvSpPr>
        <p:spPr>
          <a:xfrm>
            <a:off x="2237093" y="1275039"/>
            <a:ext cx="2334907" cy="1331318"/>
          </a:xfrm>
          <a:prstGeom prst="roundRect">
            <a:avLst/>
          </a:prstGeom>
          <a:solidFill>
            <a:srgbClr val="FFFFFF"/>
          </a:solidFill>
          <a:ln w="12700">
            <a:solidFill>
              <a:srgbClr val="E2E8F0"/>
            </a:solidFill>
            <a:prstDash val="solid"/>
          </a:ln>
        </p:spPr>
      </p:sp>
      <p:sp>
        <p:nvSpPr>
          <p:cNvPr id="10" name="Text 8"/>
          <p:cNvSpPr/>
          <p:nvPr/>
        </p:nvSpPr>
        <p:spPr>
          <a:xfrm>
            <a:off x="2449137" y="1362698"/>
            <a:ext cx="638417" cy="138759"/>
          </a:xfrm>
          <a:prstGeom prst="rect">
            <a:avLst/>
          </a:prstGeom>
          <a:noFill/>
          <a:ln/>
        </p:spPr>
        <p:txBody>
          <a:bodyPr wrap="square" rtlCol="0" anchor="ctr"/>
          <a:lstStyle/>
          <a:p>
            <a:pPr marL="0" indent="0">
              <a:buNone/>
            </a:pPr>
            <a:r>
              <a:rPr lang="en-US" sz="1100" b="1" dirty="0">
                <a:solidFill>
                  <a:srgbClr val="0D9DA4"/>
                </a:solidFill>
                <a:latin typeface="Arial" pitchFamily="34" charset="0"/>
                <a:ea typeface="Arial" pitchFamily="34" charset="-122"/>
                <a:cs typeface="Arial" pitchFamily="34" charset="-120"/>
              </a:rPr>
              <a:t>4.2</a:t>
            </a:r>
            <a:endParaRPr lang="en-US" sz="1100" dirty="0"/>
          </a:p>
        </p:txBody>
      </p:sp>
      <p:sp>
        <p:nvSpPr>
          <p:cNvPr id="11" name="Text 9"/>
          <p:cNvSpPr/>
          <p:nvPr/>
        </p:nvSpPr>
        <p:spPr>
          <a:xfrm>
            <a:off x="2372038" y="1601100"/>
            <a:ext cx="1955153" cy="231265"/>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Connection Selector</a:t>
            </a:r>
            <a:endParaRPr lang="en-US" sz="1200" dirty="0"/>
          </a:p>
        </p:txBody>
      </p:sp>
      <p:sp>
        <p:nvSpPr>
          <p:cNvPr id="12" name="Text 10"/>
          <p:cNvSpPr/>
          <p:nvPr/>
        </p:nvSpPr>
        <p:spPr>
          <a:xfrm>
            <a:off x="2358597" y="1923406"/>
            <a:ext cx="1955153" cy="531909"/>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Choose target database instance; switch active schema context on-the-fly.</a:t>
            </a:r>
            <a:endParaRPr lang="en-US" sz="1000" dirty="0"/>
          </a:p>
        </p:txBody>
      </p:sp>
      <p:sp>
        <p:nvSpPr>
          <p:cNvPr id="13" name="Shape 11"/>
          <p:cNvSpPr/>
          <p:nvPr/>
        </p:nvSpPr>
        <p:spPr>
          <a:xfrm>
            <a:off x="4698355" y="1275521"/>
            <a:ext cx="2237373" cy="1330836"/>
          </a:xfrm>
          <a:prstGeom prst="roundRect">
            <a:avLst/>
          </a:prstGeom>
          <a:solidFill>
            <a:srgbClr val="FFFFFF"/>
          </a:solidFill>
          <a:ln w="12700">
            <a:solidFill>
              <a:srgbClr val="E2E8F0"/>
            </a:solidFill>
            <a:prstDash val="solid"/>
          </a:ln>
        </p:spPr>
        <p:txBody>
          <a:bodyPr/>
          <a:lstStyle/>
          <a:p>
            <a:endParaRPr lang="en-US" dirty="0"/>
          </a:p>
        </p:txBody>
      </p:sp>
      <p:sp>
        <p:nvSpPr>
          <p:cNvPr id="14" name="Text 12"/>
          <p:cNvSpPr/>
          <p:nvPr/>
        </p:nvSpPr>
        <p:spPr>
          <a:xfrm>
            <a:off x="5143224" y="1362697"/>
            <a:ext cx="638417" cy="138759"/>
          </a:xfrm>
          <a:prstGeom prst="rect">
            <a:avLst/>
          </a:prstGeom>
          <a:noFill/>
          <a:ln/>
        </p:spPr>
        <p:txBody>
          <a:bodyPr wrap="square" rtlCol="0" anchor="ctr"/>
          <a:lstStyle/>
          <a:p>
            <a:pPr marL="0" indent="0">
              <a:buNone/>
            </a:pPr>
            <a:r>
              <a:rPr lang="en-US" sz="1100" b="1" dirty="0">
                <a:solidFill>
                  <a:srgbClr val="0D9DA4"/>
                </a:solidFill>
                <a:latin typeface="Arial" pitchFamily="34" charset="0"/>
                <a:ea typeface="Arial" pitchFamily="34" charset="-122"/>
                <a:cs typeface="Arial" pitchFamily="34" charset="-120"/>
              </a:rPr>
              <a:t>4.3</a:t>
            </a:r>
            <a:endParaRPr lang="en-US" sz="1100" dirty="0"/>
          </a:p>
        </p:txBody>
      </p:sp>
      <p:sp>
        <p:nvSpPr>
          <p:cNvPr id="15" name="Text 13"/>
          <p:cNvSpPr/>
          <p:nvPr/>
        </p:nvSpPr>
        <p:spPr>
          <a:xfrm>
            <a:off x="4852693" y="1613194"/>
            <a:ext cx="1955153" cy="231265"/>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Workspace Dashboard</a:t>
            </a:r>
            <a:endParaRPr lang="en-US" sz="1200" dirty="0"/>
          </a:p>
        </p:txBody>
      </p:sp>
      <p:sp>
        <p:nvSpPr>
          <p:cNvPr id="16" name="Text 14"/>
          <p:cNvSpPr/>
          <p:nvPr/>
        </p:nvSpPr>
        <p:spPr>
          <a:xfrm>
            <a:off x="4839464" y="1907153"/>
            <a:ext cx="1955153" cy="531909"/>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Quick overview: connection status, table count, recent queries, script shortcuts.</a:t>
            </a:r>
            <a:endParaRPr lang="en-US" sz="1000" dirty="0"/>
          </a:p>
        </p:txBody>
      </p:sp>
      <p:sp>
        <p:nvSpPr>
          <p:cNvPr id="17" name="Shape 15"/>
          <p:cNvSpPr/>
          <p:nvPr/>
        </p:nvSpPr>
        <p:spPr>
          <a:xfrm>
            <a:off x="7057644" y="1275039"/>
            <a:ext cx="2010156" cy="1330836"/>
          </a:xfrm>
          <a:prstGeom prst="roundRect">
            <a:avLst/>
          </a:prstGeom>
          <a:solidFill>
            <a:srgbClr val="FFFFFF"/>
          </a:solidFill>
          <a:ln w="12700">
            <a:solidFill>
              <a:srgbClr val="E2E8F0"/>
            </a:solidFill>
            <a:prstDash val="solid"/>
          </a:ln>
        </p:spPr>
      </p:sp>
      <p:sp>
        <p:nvSpPr>
          <p:cNvPr id="18" name="Text 16"/>
          <p:cNvSpPr/>
          <p:nvPr/>
        </p:nvSpPr>
        <p:spPr>
          <a:xfrm>
            <a:off x="7247386" y="1356141"/>
            <a:ext cx="638417" cy="138759"/>
          </a:xfrm>
          <a:prstGeom prst="rect">
            <a:avLst/>
          </a:prstGeom>
          <a:noFill/>
          <a:ln/>
        </p:spPr>
        <p:txBody>
          <a:bodyPr wrap="square" rtlCol="0" anchor="ctr"/>
          <a:lstStyle/>
          <a:p>
            <a:pPr marL="0" indent="0">
              <a:buNone/>
            </a:pPr>
            <a:r>
              <a:rPr lang="en-US" sz="1100" b="1" dirty="0">
                <a:solidFill>
                  <a:srgbClr val="0D9DA4"/>
                </a:solidFill>
                <a:latin typeface="Arial" pitchFamily="34" charset="0"/>
                <a:ea typeface="Arial" pitchFamily="34" charset="-122"/>
                <a:cs typeface="Arial" pitchFamily="34" charset="-120"/>
              </a:rPr>
              <a:t>4.4</a:t>
            </a:r>
            <a:endParaRPr lang="en-US" sz="1100" dirty="0"/>
          </a:p>
        </p:txBody>
      </p:sp>
      <p:sp>
        <p:nvSpPr>
          <p:cNvPr id="19" name="Text 17"/>
          <p:cNvSpPr/>
          <p:nvPr/>
        </p:nvSpPr>
        <p:spPr>
          <a:xfrm>
            <a:off x="7112647" y="1601099"/>
            <a:ext cx="1955153" cy="231265"/>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Multi-Tab Query Editor</a:t>
            </a:r>
            <a:endParaRPr lang="en-US" sz="1200" dirty="0"/>
          </a:p>
        </p:txBody>
      </p:sp>
      <p:sp>
        <p:nvSpPr>
          <p:cNvPr id="20" name="Text 18"/>
          <p:cNvSpPr/>
          <p:nvPr/>
        </p:nvSpPr>
        <p:spPr>
          <a:xfrm>
            <a:off x="7112646" y="1957001"/>
            <a:ext cx="1955153" cy="531909"/>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Persistent query tabs with syntax highlight, auto-complete, and Explain Plan.</a:t>
            </a:r>
            <a:endParaRPr lang="en-US" sz="1000" dirty="0"/>
          </a:p>
        </p:txBody>
      </p:sp>
      <p:sp>
        <p:nvSpPr>
          <p:cNvPr id="21" name="Shape 19"/>
          <p:cNvSpPr/>
          <p:nvPr/>
        </p:nvSpPr>
        <p:spPr>
          <a:xfrm>
            <a:off x="112432" y="3396043"/>
            <a:ext cx="2038971" cy="1191702"/>
          </a:xfrm>
          <a:prstGeom prst="roundRect">
            <a:avLst/>
          </a:prstGeom>
          <a:solidFill>
            <a:srgbClr val="FFFFFF"/>
          </a:solidFill>
          <a:ln w="12700">
            <a:solidFill>
              <a:srgbClr val="E2E8F0"/>
            </a:solidFill>
            <a:prstDash val="solid"/>
          </a:ln>
        </p:spPr>
      </p:sp>
      <p:sp>
        <p:nvSpPr>
          <p:cNvPr id="22" name="Text 20"/>
          <p:cNvSpPr/>
          <p:nvPr/>
        </p:nvSpPr>
        <p:spPr>
          <a:xfrm>
            <a:off x="281940" y="3480326"/>
            <a:ext cx="638417" cy="138759"/>
          </a:xfrm>
          <a:prstGeom prst="rect">
            <a:avLst/>
          </a:prstGeom>
          <a:noFill/>
          <a:ln/>
        </p:spPr>
        <p:txBody>
          <a:bodyPr wrap="square" rtlCol="0" anchor="ctr"/>
          <a:lstStyle/>
          <a:p>
            <a:pPr marL="0" indent="0">
              <a:buNone/>
            </a:pPr>
            <a:r>
              <a:rPr lang="en-US" sz="1100" b="1" dirty="0">
                <a:solidFill>
                  <a:srgbClr val="0D9DA4"/>
                </a:solidFill>
                <a:latin typeface="Arial" pitchFamily="34" charset="0"/>
                <a:ea typeface="Arial" pitchFamily="34" charset="-122"/>
                <a:cs typeface="Arial" pitchFamily="34" charset="-120"/>
              </a:rPr>
              <a:t>4.5</a:t>
            </a:r>
            <a:endParaRPr lang="en-US" sz="1100" dirty="0"/>
          </a:p>
        </p:txBody>
      </p:sp>
      <p:sp>
        <p:nvSpPr>
          <p:cNvPr id="23" name="Text 21"/>
          <p:cNvSpPr/>
          <p:nvPr/>
        </p:nvSpPr>
        <p:spPr>
          <a:xfrm>
            <a:off x="276050" y="3760124"/>
            <a:ext cx="1955153" cy="231265"/>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Interactive Table Data</a:t>
            </a:r>
            <a:endParaRPr lang="en-US" sz="1200" dirty="0"/>
          </a:p>
        </p:txBody>
      </p:sp>
      <p:sp>
        <p:nvSpPr>
          <p:cNvPr id="24" name="Text 22"/>
          <p:cNvSpPr/>
          <p:nvPr/>
        </p:nvSpPr>
        <p:spPr>
          <a:xfrm>
            <a:off x="260809" y="3991389"/>
            <a:ext cx="1955153" cy="531909"/>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Explore records, pagination, sort, and sticky phpMyAdmin row action buttons.</a:t>
            </a:r>
            <a:endParaRPr lang="en-US" sz="1000" dirty="0"/>
          </a:p>
        </p:txBody>
      </p:sp>
      <p:sp>
        <p:nvSpPr>
          <p:cNvPr id="25" name="Shape 23"/>
          <p:cNvSpPr/>
          <p:nvPr/>
        </p:nvSpPr>
        <p:spPr>
          <a:xfrm>
            <a:off x="2266330" y="3368616"/>
            <a:ext cx="2251089" cy="1144548"/>
          </a:xfrm>
          <a:prstGeom prst="roundRect">
            <a:avLst/>
          </a:prstGeom>
          <a:solidFill>
            <a:srgbClr val="FFFFFF"/>
          </a:solidFill>
          <a:ln w="12700">
            <a:solidFill>
              <a:srgbClr val="E2E8F0"/>
            </a:solidFill>
            <a:prstDash val="solid"/>
          </a:ln>
        </p:spPr>
      </p:sp>
      <p:sp>
        <p:nvSpPr>
          <p:cNvPr id="26" name="Text 24"/>
          <p:cNvSpPr/>
          <p:nvPr/>
        </p:nvSpPr>
        <p:spPr>
          <a:xfrm>
            <a:off x="2508088" y="3487451"/>
            <a:ext cx="638417" cy="138759"/>
          </a:xfrm>
          <a:prstGeom prst="rect">
            <a:avLst/>
          </a:prstGeom>
          <a:noFill/>
          <a:ln/>
        </p:spPr>
        <p:txBody>
          <a:bodyPr wrap="square" rtlCol="0" anchor="ctr"/>
          <a:lstStyle/>
          <a:p>
            <a:pPr marL="0" indent="0">
              <a:buNone/>
            </a:pPr>
            <a:r>
              <a:rPr lang="en-US" sz="1100" b="1" dirty="0">
                <a:solidFill>
                  <a:srgbClr val="0D9DA4"/>
                </a:solidFill>
                <a:latin typeface="Arial" pitchFamily="34" charset="0"/>
                <a:ea typeface="Arial" pitchFamily="34" charset="-122"/>
                <a:cs typeface="Arial" pitchFamily="34" charset="-120"/>
              </a:rPr>
              <a:t>4.6</a:t>
            </a:r>
            <a:endParaRPr lang="en-US" sz="1100" dirty="0"/>
          </a:p>
        </p:txBody>
      </p:sp>
      <p:sp>
        <p:nvSpPr>
          <p:cNvPr id="27" name="Text 25"/>
          <p:cNvSpPr/>
          <p:nvPr/>
        </p:nvSpPr>
        <p:spPr>
          <a:xfrm>
            <a:off x="2372038" y="3722808"/>
            <a:ext cx="1955153" cy="231265"/>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Live Query Previews</a:t>
            </a:r>
            <a:endParaRPr lang="en-US" sz="1200" dirty="0"/>
          </a:p>
        </p:txBody>
      </p:sp>
      <p:sp>
        <p:nvSpPr>
          <p:cNvPr id="28" name="Text 26"/>
          <p:cNvSpPr/>
          <p:nvPr/>
        </p:nvSpPr>
        <p:spPr>
          <a:xfrm>
            <a:off x="2312036" y="3960271"/>
            <a:ext cx="1955153" cy="531909"/>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Modal previews of generated UPDATE, INSERT, and DELETE queries before running.</a:t>
            </a:r>
            <a:endParaRPr lang="en-US" sz="1000" dirty="0"/>
          </a:p>
        </p:txBody>
      </p:sp>
      <p:sp>
        <p:nvSpPr>
          <p:cNvPr id="29" name="Shape 27"/>
          <p:cNvSpPr/>
          <p:nvPr/>
        </p:nvSpPr>
        <p:spPr>
          <a:xfrm>
            <a:off x="4613897" y="3365097"/>
            <a:ext cx="2237373" cy="1151585"/>
          </a:xfrm>
          <a:prstGeom prst="roundRect">
            <a:avLst/>
          </a:prstGeom>
          <a:solidFill>
            <a:srgbClr val="FFFFFF"/>
          </a:solidFill>
          <a:ln w="12700">
            <a:solidFill>
              <a:srgbClr val="E2E8F0"/>
            </a:solidFill>
            <a:prstDash val="solid"/>
          </a:ln>
        </p:spPr>
        <p:txBody>
          <a:bodyPr/>
          <a:lstStyle/>
          <a:p>
            <a:endParaRPr lang="en-US" dirty="0"/>
          </a:p>
        </p:txBody>
      </p:sp>
      <p:sp>
        <p:nvSpPr>
          <p:cNvPr id="30" name="Text 28"/>
          <p:cNvSpPr/>
          <p:nvPr/>
        </p:nvSpPr>
        <p:spPr>
          <a:xfrm>
            <a:off x="5076302" y="3433500"/>
            <a:ext cx="638417" cy="138759"/>
          </a:xfrm>
          <a:prstGeom prst="rect">
            <a:avLst/>
          </a:prstGeom>
          <a:noFill/>
          <a:ln/>
        </p:spPr>
        <p:txBody>
          <a:bodyPr wrap="square" rtlCol="0" anchor="ctr"/>
          <a:lstStyle/>
          <a:p>
            <a:pPr marL="0" indent="0">
              <a:buNone/>
            </a:pPr>
            <a:r>
              <a:rPr lang="en-US" sz="1100" b="1" dirty="0">
                <a:solidFill>
                  <a:srgbClr val="0D9DA4"/>
                </a:solidFill>
                <a:latin typeface="Arial" pitchFamily="34" charset="0"/>
                <a:ea typeface="Arial" pitchFamily="34" charset="-122"/>
                <a:cs typeface="Arial" pitchFamily="34" charset="-120"/>
              </a:rPr>
              <a:t>4.7</a:t>
            </a:r>
            <a:endParaRPr lang="en-US" sz="1100" dirty="0"/>
          </a:p>
        </p:txBody>
      </p:sp>
      <p:sp>
        <p:nvSpPr>
          <p:cNvPr id="31" name="Text 29"/>
          <p:cNvSpPr/>
          <p:nvPr/>
        </p:nvSpPr>
        <p:spPr>
          <a:xfrm>
            <a:off x="4810512" y="3715273"/>
            <a:ext cx="1955153" cy="231265"/>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Apply via Query Editor</a:t>
            </a:r>
            <a:endParaRPr lang="en-US" sz="1200" dirty="0"/>
          </a:p>
        </p:txBody>
      </p:sp>
      <p:sp>
        <p:nvSpPr>
          <p:cNvPr id="32" name="Text 30"/>
          <p:cNvSpPr/>
          <p:nvPr/>
        </p:nvSpPr>
        <p:spPr>
          <a:xfrm>
            <a:off x="4768876" y="3960271"/>
            <a:ext cx="1955153" cy="531909"/>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Transfer any generated GUI action to Query Editor with single-click execution.</a:t>
            </a:r>
            <a:endParaRPr lang="en-US" sz="1000" dirty="0"/>
          </a:p>
        </p:txBody>
      </p:sp>
      <p:sp>
        <p:nvSpPr>
          <p:cNvPr id="33" name="Shape 31"/>
          <p:cNvSpPr/>
          <p:nvPr/>
        </p:nvSpPr>
        <p:spPr>
          <a:xfrm>
            <a:off x="6990096" y="3381799"/>
            <a:ext cx="2038970" cy="1144548"/>
          </a:xfrm>
          <a:prstGeom prst="roundRect">
            <a:avLst/>
          </a:prstGeom>
          <a:solidFill>
            <a:srgbClr val="FFFFFF"/>
          </a:solidFill>
          <a:ln w="12700">
            <a:solidFill>
              <a:srgbClr val="E2E8F0"/>
            </a:solidFill>
            <a:prstDash val="solid"/>
          </a:ln>
        </p:spPr>
      </p:sp>
      <p:sp>
        <p:nvSpPr>
          <p:cNvPr id="34" name="Text 32"/>
          <p:cNvSpPr/>
          <p:nvPr/>
        </p:nvSpPr>
        <p:spPr>
          <a:xfrm>
            <a:off x="7306055" y="3418071"/>
            <a:ext cx="638417" cy="138759"/>
          </a:xfrm>
          <a:prstGeom prst="rect">
            <a:avLst/>
          </a:prstGeom>
          <a:noFill/>
          <a:ln/>
        </p:spPr>
        <p:txBody>
          <a:bodyPr wrap="square" rtlCol="0" anchor="ctr"/>
          <a:lstStyle/>
          <a:p>
            <a:pPr marL="0" indent="0">
              <a:buNone/>
            </a:pPr>
            <a:r>
              <a:rPr lang="en-US" sz="1100" b="1" dirty="0">
                <a:solidFill>
                  <a:srgbClr val="0D9DA4"/>
                </a:solidFill>
                <a:latin typeface="Arial" pitchFamily="34" charset="0"/>
                <a:ea typeface="Arial" pitchFamily="34" charset="-122"/>
                <a:cs typeface="Arial" pitchFamily="34" charset="-120"/>
              </a:rPr>
              <a:t>4.8</a:t>
            </a:r>
            <a:endParaRPr lang="en-US" sz="1100" dirty="0"/>
          </a:p>
        </p:txBody>
      </p:sp>
      <p:sp>
        <p:nvSpPr>
          <p:cNvPr id="35" name="Text 33"/>
          <p:cNvSpPr/>
          <p:nvPr/>
        </p:nvSpPr>
        <p:spPr>
          <a:xfrm>
            <a:off x="7057644" y="3696509"/>
            <a:ext cx="1955153" cy="231265"/>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Execution History</a:t>
            </a:r>
            <a:endParaRPr lang="en-US" sz="1200" dirty="0"/>
          </a:p>
        </p:txBody>
      </p:sp>
      <p:sp>
        <p:nvSpPr>
          <p:cNvPr id="36" name="Text 34"/>
          <p:cNvSpPr/>
          <p:nvPr/>
        </p:nvSpPr>
        <p:spPr>
          <a:xfrm>
            <a:off x="7057644" y="3930693"/>
            <a:ext cx="1955153" cy="531909"/>
          </a:xfrm>
          <a:prstGeom prst="rect">
            <a:avLst/>
          </a:prstGeom>
          <a:noFill/>
          <a:ln/>
        </p:spPr>
        <p:txBody>
          <a:bodyPr wrap="square" rtlCol="0" anchor="ctr"/>
          <a:lstStyle/>
          <a:p>
            <a:pPr marL="0" indent="0">
              <a:lnSpc>
                <a:spcPts val="1400"/>
              </a:lnSpc>
              <a:buNone/>
            </a:pPr>
            <a:r>
              <a:rPr lang="en-US" sz="1000" dirty="0">
                <a:solidFill>
                  <a:srgbClr val="64748B"/>
                </a:solidFill>
                <a:latin typeface="Calibri" pitchFamily="34" charset="0"/>
                <a:ea typeface="Calibri" pitchFamily="34" charset="-122"/>
                <a:cs typeface="Calibri" pitchFamily="34" charset="-120"/>
              </a:rPr>
              <a:t>Personal log of executed queries with duration, status, and affected row counts.</a:t>
            </a:r>
            <a:endParaRPr lang="en-US" sz="1000" dirty="0"/>
          </a:p>
        </p:txBody>
      </p:sp>
      <p:sp>
        <p:nvSpPr>
          <p:cNvPr id="37" name="Text 35"/>
          <p:cNvSpPr/>
          <p:nvPr/>
        </p:nvSpPr>
        <p:spPr>
          <a:xfrm>
            <a:off x="800100" y="6220902"/>
            <a:ext cx="10515600" cy="274320"/>
          </a:xfrm>
          <a:prstGeom prst="rect">
            <a:avLst/>
          </a:prstGeom>
          <a:noFill/>
          <a:ln/>
        </p:spPr>
        <p:txBody>
          <a:bodyPr wrap="square"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Database Management System | Page 11 of 30 | Confidential © 2026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100996" y="0"/>
            <a:ext cx="7468425" cy="22641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100996" y="274320"/>
            <a:ext cx="8588688" cy="452836"/>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4.4 Intelligent Multi-Tab Query Editor</a:t>
            </a:r>
            <a:endParaRPr lang="en-US" sz="2200" dirty="0"/>
          </a:p>
        </p:txBody>
      </p:sp>
      <p:sp>
        <p:nvSpPr>
          <p:cNvPr id="4" name="Shape 2"/>
          <p:cNvSpPr/>
          <p:nvPr/>
        </p:nvSpPr>
        <p:spPr>
          <a:xfrm>
            <a:off x="177196" y="792480"/>
            <a:ext cx="4360735" cy="46704"/>
          </a:xfrm>
          <a:prstGeom prst="rect">
            <a:avLst/>
          </a:prstGeom>
          <a:solidFill>
            <a:srgbClr val="0D9DA4"/>
          </a:solidFill>
          <a:ln w="12700">
            <a:solidFill>
              <a:srgbClr val="0D9DA4"/>
            </a:solidFill>
            <a:prstDash val="solid"/>
          </a:ln>
        </p:spPr>
      </p:sp>
      <p:sp>
        <p:nvSpPr>
          <p:cNvPr id="5" name="Shape 3"/>
          <p:cNvSpPr/>
          <p:nvPr/>
        </p:nvSpPr>
        <p:spPr>
          <a:xfrm>
            <a:off x="134507" y="1192572"/>
            <a:ext cx="2763317" cy="1735871"/>
          </a:xfrm>
          <a:prstGeom prst="roundRect">
            <a:avLst/>
          </a:prstGeom>
          <a:solidFill>
            <a:srgbClr val="FFFFFF"/>
          </a:solidFill>
          <a:ln w="12700">
            <a:solidFill>
              <a:srgbClr val="E2E8F0"/>
            </a:solidFill>
            <a:prstDash val="solid"/>
          </a:ln>
        </p:spPr>
      </p:sp>
      <p:sp>
        <p:nvSpPr>
          <p:cNvPr id="6" name="Text 4"/>
          <p:cNvSpPr/>
          <p:nvPr/>
        </p:nvSpPr>
        <p:spPr>
          <a:xfrm>
            <a:off x="283876" y="1325879"/>
            <a:ext cx="2464580" cy="301890"/>
          </a:xfrm>
          <a:prstGeom prst="rect">
            <a:avLst/>
          </a:prstGeom>
          <a:noFill/>
          <a:ln/>
        </p:spPr>
        <p:txBody>
          <a:bodyPr wrap="square" rtlCol="0" anchor="ctr"/>
          <a:lstStyle/>
          <a:p>
            <a:pPr marL="0" indent="0">
              <a:buNone/>
            </a:pPr>
            <a:r>
              <a:rPr lang="en-US" sz="1300" b="1" dirty="0">
                <a:solidFill>
                  <a:srgbClr val="0D9DA4"/>
                </a:solidFill>
                <a:latin typeface="Arial" pitchFamily="34" charset="0"/>
                <a:ea typeface="Arial" pitchFamily="34" charset="-122"/>
                <a:cs typeface="Arial" pitchFamily="34" charset="-120"/>
              </a:rPr>
              <a:t>Multi-Tab Sessions</a:t>
            </a:r>
            <a:endParaRPr lang="en-US" sz="1300" dirty="0"/>
          </a:p>
        </p:txBody>
      </p:sp>
      <p:sp>
        <p:nvSpPr>
          <p:cNvPr id="7" name="Text 5"/>
          <p:cNvSpPr/>
          <p:nvPr/>
        </p:nvSpPr>
        <p:spPr>
          <a:xfrm>
            <a:off x="283876" y="1647574"/>
            <a:ext cx="2464580" cy="1229860"/>
          </a:xfrm>
          <a:prstGeom prst="rect">
            <a:avLst/>
          </a:prstGeom>
          <a:noFill/>
          <a:ln/>
        </p:spPr>
        <p:txBody>
          <a:bodyPr wrap="square" rtlCol="0" anchor="ctr"/>
          <a:lstStyle/>
          <a:p>
            <a:pPr marL="0" indent="0">
              <a:lnSpc>
                <a:spcPts val="1500"/>
              </a:lnSpc>
              <a:buNone/>
            </a:pPr>
            <a:r>
              <a:rPr lang="en-US" sz="1050" dirty="0">
                <a:solidFill>
                  <a:srgbClr val="64748B"/>
                </a:solidFill>
                <a:latin typeface="Calibri" pitchFamily="34" charset="0"/>
                <a:ea typeface="Calibri" pitchFamily="34" charset="-122"/>
                <a:cs typeface="Calibri" pitchFamily="34" charset="-120"/>
              </a:rPr>
              <a:t>Work across multiple queries simultaneously. Tabs are saved in LocalStorage and synced to MongoDB cloud sessions.</a:t>
            </a:r>
            <a:endParaRPr lang="en-US" sz="1050" dirty="0"/>
          </a:p>
        </p:txBody>
      </p:sp>
      <p:sp>
        <p:nvSpPr>
          <p:cNvPr id="8" name="Shape 6"/>
          <p:cNvSpPr/>
          <p:nvPr/>
        </p:nvSpPr>
        <p:spPr>
          <a:xfrm>
            <a:off x="3277993" y="1170553"/>
            <a:ext cx="2763317" cy="1735871"/>
          </a:xfrm>
          <a:prstGeom prst="roundRect">
            <a:avLst/>
          </a:prstGeom>
          <a:solidFill>
            <a:srgbClr val="FFFFFF"/>
          </a:solidFill>
          <a:ln w="12700">
            <a:solidFill>
              <a:srgbClr val="E2E8F0"/>
            </a:solidFill>
            <a:prstDash val="solid"/>
          </a:ln>
        </p:spPr>
      </p:sp>
      <p:sp>
        <p:nvSpPr>
          <p:cNvPr id="9" name="Text 7"/>
          <p:cNvSpPr/>
          <p:nvPr/>
        </p:nvSpPr>
        <p:spPr>
          <a:xfrm>
            <a:off x="3427361" y="1325879"/>
            <a:ext cx="2464580" cy="301890"/>
          </a:xfrm>
          <a:prstGeom prst="rect">
            <a:avLst/>
          </a:prstGeom>
          <a:noFill/>
          <a:ln/>
        </p:spPr>
        <p:txBody>
          <a:bodyPr wrap="square" rtlCol="0" anchor="ctr"/>
          <a:lstStyle/>
          <a:p>
            <a:pPr marL="0" indent="0">
              <a:buNone/>
            </a:pPr>
            <a:r>
              <a:rPr lang="en-US" sz="1300" b="1" dirty="0">
                <a:solidFill>
                  <a:srgbClr val="0D9DA4"/>
                </a:solidFill>
                <a:latin typeface="Arial" pitchFamily="34" charset="0"/>
                <a:ea typeface="Arial" pitchFamily="34" charset="-122"/>
                <a:cs typeface="Arial" pitchFamily="34" charset="-120"/>
              </a:rPr>
              <a:t>Contextual Autocomplete</a:t>
            </a:r>
            <a:endParaRPr lang="en-US" sz="1300" dirty="0"/>
          </a:p>
        </p:txBody>
      </p:sp>
      <p:sp>
        <p:nvSpPr>
          <p:cNvPr id="10" name="Text 8"/>
          <p:cNvSpPr/>
          <p:nvPr/>
        </p:nvSpPr>
        <p:spPr>
          <a:xfrm>
            <a:off x="3427361" y="1573406"/>
            <a:ext cx="2464580" cy="1094354"/>
          </a:xfrm>
          <a:prstGeom prst="rect">
            <a:avLst/>
          </a:prstGeom>
          <a:noFill/>
          <a:ln/>
        </p:spPr>
        <p:txBody>
          <a:bodyPr wrap="square" rtlCol="0" anchor="ctr"/>
          <a:lstStyle/>
          <a:p>
            <a:pPr marL="0" indent="0">
              <a:lnSpc>
                <a:spcPts val="1500"/>
              </a:lnSpc>
              <a:buNone/>
            </a:pPr>
            <a:r>
              <a:rPr lang="en-US" sz="1050" dirty="0">
                <a:solidFill>
                  <a:srgbClr val="64748B"/>
                </a:solidFill>
                <a:latin typeface="Calibri" pitchFamily="34" charset="0"/>
                <a:ea typeface="Calibri" pitchFamily="34" charset="-122"/>
                <a:cs typeface="Calibri" pitchFamily="34" charset="-120"/>
              </a:rPr>
              <a:t>Live keyword and table/collection name suggestions as you type with keyboard navigation (Up/Down/Enter/Tab).</a:t>
            </a:r>
            <a:endParaRPr lang="en-US" sz="1050" dirty="0"/>
          </a:p>
        </p:txBody>
      </p:sp>
      <p:sp>
        <p:nvSpPr>
          <p:cNvPr id="11" name="Shape 9"/>
          <p:cNvSpPr/>
          <p:nvPr/>
        </p:nvSpPr>
        <p:spPr>
          <a:xfrm>
            <a:off x="6318460" y="1211458"/>
            <a:ext cx="2501921" cy="1735871"/>
          </a:xfrm>
          <a:prstGeom prst="roundRect">
            <a:avLst/>
          </a:prstGeom>
          <a:solidFill>
            <a:srgbClr val="FFFFFF"/>
          </a:solidFill>
          <a:ln w="12700">
            <a:solidFill>
              <a:srgbClr val="E2E8F0"/>
            </a:solidFill>
            <a:prstDash val="solid"/>
          </a:ln>
        </p:spPr>
      </p:sp>
      <p:sp>
        <p:nvSpPr>
          <p:cNvPr id="12" name="Text 10"/>
          <p:cNvSpPr/>
          <p:nvPr/>
        </p:nvSpPr>
        <p:spPr>
          <a:xfrm>
            <a:off x="6570847" y="1306398"/>
            <a:ext cx="2534518" cy="301890"/>
          </a:xfrm>
          <a:prstGeom prst="rect">
            <a:avLst/>
          </a:prstGeom>
          <a:noFill/>
          <a:ln/>
        </p:spPr>
        <p:txBody>
          <a:bodyPr wrap="square" rtlCol="0" anchor="ctr"/>
          <a:lstStyle/>
          <a:p>
            <a:pPr marL="0" indent="0">
              <a:buNone/>
            </a:pPr>
            <a:r>
              <a:rPr lang="en-US" sz="1300" b="1" dirty="0">
                <a:solidFill>
                  <a:srgbClr val="0D9DA4"/>
                </a:solidFill>
                <a:latin typeface="Arial" pitchFamily="34" charset="0"/>
                <a:ea typeface="Arial" pitchFamily="34" charset="-122"/>
                <a:cs typeface="Arial" pitchFamily="34" charset="-120"/>
              </a:rPr>
              <a:t>Keyboard Productivity</a:t>
            </a:r>
            <a:endParaRPr lang="en-US" sz="1300" dirty="0"/>
          </a:p>
        </p:txBody>
      </p:sp>
      <p:sp>
        <p:nvSpPr>
          <p:cNvPr id="13" name="Text 11"/>
          <p:cNvSpPr/>
          <p:nvPr/>
        </p:nvSpPr>
        <p:spPr>
          <a:xfrm>
            <a:off x="6570847" y="1573406"/>
            <a:ext cx="2173481" cy="998344"/>
          </a:xfrm>
          <a:prstGeom prst="rect">
            <a:avLst/>
          </a:prstGeom>
          <a:noFill/>
          <a:ln/>
        </p:spPr>
        <p:txBody>
          <a:bodyPr wrap="square" rtlCol="0" anchor="ctr"/>
          <a:lstStyle/>
          <a:p>
            <a:pPr marL="0" indent="0">
              <a:lnSpc>
                <a:spcPts val="1500"/>
              </a:lnSpc>
              <a:buNone/>
            </a:pPr>
            <a:r>
              <a:rPr lang="en-US" sz="1050" dirty="0">
                <a:solidFill>
                  <a:srgbClr val="64748B"/>
                </a:solidFill>
                <a:latin typeface="Calibri" pitchFamily="34" charset="0"/>
                <a:ea typeface="Calibri" pitchFamily="34" charset="-122"/>
                <a:cs typeface="Calibri" pitchFamily="34" charset="-120"/>
              </a:rPr>
              <a:t>Ctrl+Enter to run statement, Ctrl+/ to comment lines, Ctrl+Z to undo/uncomment with native DOM undo stack.</a:t>
            </a:r>
            <a:endParaRPr lang="en-US" sz="1050" dirty="0"/>
          </a:p>
        </p:txBody>
      </p:sp>
      <p:sp>
        <p:nvSpPr>
          <p:cNvPr id="14" name="Shape 12"/>
          <p:cNvSpPr/>
          <p:nvPr/>
        </p:nvSpPr>
        <p:spPr>
          <a:xfrm>
            <a:off x="100995" y="3261393"/>
            <a:ext cx="2763317" cy="1735871"/>
          </a:xfrm>
          <a:prstGeom prst="roundRect">
            <a:avLst/>
          </a:prstGeom>
          <a:solidFill>
            <a:srgbClr val="FFFFFF"/>
          </a:solidFill>
          <a:ln w="12700">
            <a:solidFill>
              <a:srgbClr val="E2E8F0"/>
            </a:solidFill>
            <a:prstDash val="solid"/>
          </a:ln>
        </p:spPr>
      </p:sp>
      <p:sp>
        <p:nvSpPr>
          <p:cNvPr id="15" name="Text 13"/>
          <p:cNvSpPr/>
          <p:nvPr/>
        </p:nvSpPr>
        <p:spPr>
          <a:xfrm>
            <a:off x="283876" y="3530433"/>
            <a:ext cx="2398768" cy="262892"/>
          </a:xfrm>
          <a:prstGeom prst="rect">
            <a:avLst/>
          </a:prstGeom>
          <a:noFill/>
          <a:ln/>
        </p:spPr>
        <p:txBody>
          <a:bodyPr wrap="square" rtlCol="0" anchor="ctr"/>
          <a:lstStyle/>
          <a:p>
            <a:pPr marL="0" indent="0">
              <a:buNone/>
            </a:pPr>
            <a:r>
              <a:rPr lang="en-US" sz="1300" b="1" dirty="0">
                <a:solidFill>
                  <a:srgbClr val="0D9DA4"/>
                </a:solidFill>
                <a:latin typeface="Arial" pitchFamily="34" charset="0"/>
                <a:ea typeface="Arial" pitchFamily="34" charset="-122"/>
                <a:cs typeface="Arial" pitchFamily="34" charset="-120"/>
              </a:rPr>
              <a:t>SQL Beautifier</a:t>
            </a:r>
            <a:endParaRPr lang="en-US" sz="1300" dirty="0"/>
          </a:p>
        </p:txBody>
      </p:sp>
      <p:sp>
        <p:nvSpPr>
          <p:cNvPr id="16" name="Text 14"/>
          <p:cNvSpPr/>
          <p:nvPr/>
        </p:nvSpPr>
        <p:spPr>
          <a:xfrm>
            <a:off x="283876" y="3874160"/>
            <a:ext cx="2307933" cy="927946"/>
          </a:xfrm>
          <a:prstGeom prst="rect">
            <a:avLst/>
          </a:prstGeom>
          <a:noFill/>
          <a:ln/>
        </p:spPr>
        <p:txBody>
          <a:bodyPr wrap="square" rtlCol="0" anchor="ctr"/>
          <a:lstStyle/>
          <a:p>
            <a:pPr marL="0" indent="0">
              <a:lnSpc>
                <a:spcPts val="1500"/>
              </a:lnSpc>
              <a:buNone/>
            </a:pPr>
            <a:r>
              <a:rPr lang="en-US" sz="1050" dirty="0">
                <a:solidFill>
                  <a:srgbClr val="64748B"/>
                </a:solidFill>
                <a:latin typeface="Calibri" pitchFamily="34" charset="0"/>
                <a:ea typeface="Calibri" pitchFamily="34" charset="-122"/>
                <a:cs typeface="Calibri" pitchFamily="34" charset="-120"/>
              </a:rPr>
              <a:t>Single-click query formatter that restructures minified SQL into clean, capitalized keywords and indented clauses.</a:t>
            </a:r>
            <a:endParaRPr lang="en-US" sz="1050" dirty="0"/>
          </a:p>
        </p:txBody>
      </p:sp>
      <p:sp>
        <p:nvSpPr>
          <p:cNvPr id="17" name="Shape 15"/>
          <p:cNvSpPr/>
          <p:nvPr/>
        </p:nvSpPr>
        <p:spPr>
          <a:xfrm>
            <a:off x="3269615" y="3261393"/>
            <a:ext cx="2677014" cy="1644705"/>
          </a:xfrm>
          <a:prstGeom prst="roundRect">
            <a:avLst/>
          </a:prstGeom>
          <a:solidFill>
            <a:srgbClr val="FFFFFF"/>
          </a:solidFill>
          <a:ln w="12700">
            <a:solidFill>
              <a:srgbClr val="E2E8F0"/>
            </a:solidFill>
            <a:prstDash val="solid"/>
          </a:ln>
        </p:spPr>
      </p:sp>
      <p:sp>
        <p:nvSpPr>
          <p:cNvPr id="18" name="Text 16"/>
          <p:cNvSpPr/>
          <p:nvPr/>
        </p:nvSpPr>
        <p:spPr>
          <a:xfrm>
            <a:off x="3488043" y="3530433"/>
            <a:ext cx="2337472" cy="262892"/>
          </a:xfrm>
          <a:prstGeom prst="rect">
            <a:avLst/>
          </a:prstGeom>
          <a:noFill/>
          <a:ln/>
        </p:spPr>
        <p:txBody>
          <a:bodyPr wrap="square" rtlCol="0" anchor="ctr"/>
          <a:lstStyle/>
          <a:p>
            <a:pPr marL="0" indent="0">
              <a:buNone/>
            </a:pPr>
            <a:r>
              <a:rPr lang="en-US" sz="1300" b="1" dirty="0">
                <a:solidFill>
                  <a:srgbClr val="0D9DA4"/>
                </a:solidFill>
                <a:latin typeface="Arial" pitchFamily="34" charset="0"/>
                <a:ea typeface="Arial" pitchFamily="34" charset="-122"/>
                <a:cs typeface="Arial" pitchFamily="34" charset="-120"/>
              </a:rPr>
              <a:t>Explain Plan Visualizer</a:t>
            </a:r>
            <a:endParaRPr lang="en-US" sz="1300" dirty="0"/>
          </a:p>
        </p:txBody>
      </p:sp>
      <p:sp>
        <p:nvSpPr>
          <p:cNvPr id="19" name="Text 17"/>
          <p:cNvSpPr/>
          <p:nvPr/>
        </p:nvSpPr>
        <p:spPr>
          <a:xfrm>
            <a:off x="3339710" y="3642790"/>
            <a:ext cx="2464580" cy="1094354"/>
          </a:xfrm>
          <a:prstGeom prst="rect">
            <a:avLst/>
          </a:prstGeom>
          <a:noFill/>
          <a:ln/>
        </p:spPr>
        <p:txBody>
          <a:bodyPr wrap="square" rtlCol="0" anchor="ctr"/>
          <a:lstStyle/>
          <a:p>
            <a:pPr marL="0" indent="0">
              <a:lnSpc>
                <a:spcPts val="1500"/>
              </a:lnSpc>
              <a:buNone/>
            </a:pPr>
            <a:r>
              <a:rPr lang="en-US" sz="1050" dirty="0">
                <a:solidFill>
                  <a:srgbClr val="64748B"/>
                </a:solidFill>
                <a:latin typeface="Calibri" pitchFamily="34" charset="0"/>
                <a:ea typeface="Calibri" pitchFamily="34" charset="-122"/>
                <a:cs typeface="Calibri" pitchFamily="34" charset="-120"/>
              </a:rPr>
              <a:t>Analyzes query execution plan, displaying cost, rows scanned, and key indexes used to detect performance bottlenecks.</a:t>
            </a:r>
            <a:endParaRPr lang="en-US" sz="1050" dirty="0"/>
          </a:p>
        </p:txBody>
      </p:sp>
      <p:sp>
        <p:nvSpPr>
          <p:cNvPr id="20" name="Shape 18"/>
          <p:cNvSpPr/>
          <p:nvPr/>
        </p:nvSpPr>
        <p:spPr>
          <a:xfrm>
            <a:off x="6351932" y="3280618"/>
            <a:ext cx="2603112" cy="1735871"/>
          </a:xfrm>
          <a:prstGeom prst="roundRect">
            <a:avLst/>
          </a:prstGeom>
          <a:solidFill>
            <a:srgbClr val="FFFFFF"/>
          </a:solidFill>
          <a:ln w="12700">
            <a:solidFill>
              <a:srgbClr val="E2E8F0"/>
            </a:solidFill>
            <a:prstDash val="solid"/>
          </a:ln>
        </p:spPr>
      </p:sp>
      <p:sp>
        <p:nvSpPr>
          <p:cNvPr id="21" name="Text 19"/>
          <p:cNvSpPr/>
          <p:nvPr/>
        </p:nvSpPr>
        <p:spPr>
          <a:xfrm>
            <a:off x="6570847" y="3489077"/>
            <a:ext cx="3364793" cy="257336"/>
          </a:xfrm>
          <a:prstGeom prst="rect">
            <a:avLst/>
          </a:prstGeom>
          <a:noFill/>
          <a:ln/>
        </p:spPr>
        <p:txBody>
          <a:bodyPr wrap="square" rtlCol="0" anchor="ctr"/>
          <a:lstStyle/>
          <a:p>
            <a:pPr marL="0" indent="0">
              <a:buNone/>
            </a:pPr>
            <a:r>
              <a:rPr lang="en-US" sz="1300" b="1" dirty="0">
                <a:solidFill>
                  <a:srgbClr val="0D9DA4"/>
                </a:solidFill>
                <a:latin typeface="Arial" pitchFamily="34" charset="0"/>
                <a:ea typeface="Arial" pitchFamily="34" charset="-122"/>
                <a:cs typeface="Arial" pitchFamily="34" charset="-120"/>
              </a:rPr>
              <a:t>Quick Copy Action</a:t>
            </a:r>
            <a:endParaRPr lang="en-US" sz="1300" dirty="0"/>
          </a:p>
        </p:txBody>
      </p:sp>
      <p:sp>
        <p:nvSpPr>
          <p:cNvPr id="22" name="Text 20"/>
          <p:cNvSpPr/>
          <p:nvPr/>
        </p:nvSpPr>
        <p:spPr>
          <a:xfrm>
            <a:off x="6473474" y="3617745"/>
            <a:ext cx="2464580" cy="1094354"/>
          </a:xfrm>
          <a:prstGeom prst="rect">
            <a:avLst/>
          </a:prstGeom>
          <a:noFill/>
          <a:ln/>
        </p:spPr>
        <p:txBody>
          <a:bodyPr wrap="square" rtlCol="0" anchor="ctr"/>
          <a:lstStyle/>
          <a:p>
            <a:pPr marL="0" indent="0">
              <a:lnSpc>
                <a:spcPts val="1500"/>
              </a:lnSpc>
              <a:buNone/>
            </a:pPr>
            <a:r>
              <a:rPr lang="en-US" sz="1050" dirty="0">
                <a:solidFill>
                  <a:srgbClr val="64748B"/>
                </a:solidFill>
                <a:latin typeface="Calibri" pitchFamily="34" charset="0"/>
                <a:ea typeface="Calibri" pitchFamily="34" charset="-122"/>
                <a:cs typeface="Calibri" pitchFamily="34" charset="-120"/>
              </a:rPr>
              <a:t>Top-right floating copy button to instantly copy all query text or highlighted selection to clipboard.</a:t>
            </a:r>
            <a:endParaRPr lang="en-US" sz="1050" dirty="0"/>
          </a:p>
        </p:txBody>
      </p:sp>
      <p:sp>
        <p:nvSpPr>
          <p:cNvPr id="23" name="Text 21"/>
          <p:cNvSpPr/>
          <p:nvPr/>
        </p:nvSpPr>
        <p:spPr>
          <a:xfrm>
            <a:off x="100996" y="6080760"/>
            <a:ext cx="8588688" cy="226418"/>
          </a:xfrm>
          <a:prstGeom prst="rect">
            <a:avLst/>
          </a:prstGeom>
          <a:noFill/>
          <a:ln/>
        </p:spPr>
        <p:txBody>
          <a:bodyPr wrap="square" rtlCol="0" anchor="ctr"/>
          <a:lstStyle/>
          <a:p>
            <a:pPr marL="0" indent="0">
              <a:buNone/>
            </a:pP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19456" y="68126"/>
            <a:ext cx="7464941" cy="26289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201168" y="194083"/>
            <a:ext cx="8584682" cy="52578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4.5 Table Data Viewer &amp; phpMyAdmin-Style Row Actions</a:t>
            </a:r>
            <a:endParaRPr lang="en-US" sz="2200" dirty="0"/>
          </a:p>
        </p:txBody>
      </p:sp>
      <p:sp>
        <p:nvSpPr>
          <p:cNvPr id="4" name="Shape 2"/>
          <p:cNvSpPr/>
          <p:nvPr/>
        </p:nvSpPr>
        <p:spPr>
          <a:xfrm flipV="1">
            <a:off x="271291" y="697004"/>
            <a:ext cx="7464941" cy="45719"/>
          </a:xfrm>
          <a:prstGeom prst="rect">
            <a:avLst/>
          </a:prstGeom>
          <a:solidFill>
            <a:srgbClr val="0D9DA4"/>
          </a:solidFill>
          <a:ln w="12700">
            <a:solidFill>
              <a:srgbClr val="0D9DA4"/>
            </a:solidFill>
            <a:prstDash val="solid"/>
          </a:ln>
        </p:spPr>
      </p:sp>
      <p:sp>
        <p:nvSpPr>
          <p:cNvPr id="5" name="Text 3"/>
          <p:cNvSpPr/>
          <p:nvPr/>
        </p:nvSpPr>
        <p:spPr>
          <a:xfrm>
            <a:off x="165379" y="779057"/>
            <a:ext cx="7086009" cy="57583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The Table Data Explorer provides interactive table exploration with pagination, sort, search, and a floating phpMyAdmin-style row action menu for each individual record.</a:t>
            </a:r>
            <a:endParaRPr lang="en-US" sz="1100" dirty="0"/>
          </a:p>
        </p:txBody>
      </p:sp>
      <p:sp>
        <p:nvSpPr>
          <p:cNvPr id="7" name="Text 5"/>
          <p:cNvSpPr/>
          <p:nvPr/>
        </p:nvSpPr>
        <p:spPr>
          <a:xfrm flipH="1" flipV="1">
            <a:off x="532565" y="1564026"/>
            <a:ext cx="499287" cy="575764"/>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8" name="Text 6"/>
          <p:cNvSpPr/>
          <p:nvPr/>
        </p:nvSpPr>
        <p:spPr>
          <a:xfrm>
            <a:off x="326800" y="2118222"/>
            <a:ext cx="1418339" cy="350520"/>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Copy Row</a:t>
            </a:r>
            <a:endParaRPr lang="en-US" sz="1200" dirty="0"/>
          </a:p>
        </p:txBody>
      </p:sp>
      <p:sp>
        <p:nvSpPr>
          <p:cNvPr id="9" name="Text 7"/>
          <p:cNvSpPr/>
          <p:nvPr/>
        </p:nvSpPr>
        <p:spPr>
          <a:xfrm>
            <a:off x="326800" y="2448013"/>
            <a:ext cx="1567639" cy="590373"/>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Copies full row record formatted as JSON to clipboard instantly.</a:t>
            </a:r>
            <a:endParaRPr lang="en-US" sz="950" dirty="0"/>
          </a:p>
        </p:txBody>
      </p:sp>
      <p:sp>
        <p:nvSpPr>
          <p:cNvPr id="11" name="Text 9"/>
          <p:cNvSpPr/>
          <p:nvPr/>
        </p:nvSpPr>
        <p:spPr>
          <a:xfrm flipH="1">
            <a:off x="2335948" y="1663108"/>
            <a:ext cx="726676" cy="317272"/>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2" name="Text 10"/>
          <p:cNvSpPr/>
          <p:nvPr/>
        </p:nvSpPr>
        <p:spPr>
          <a:xfrm>
            <a:off x="2229520" y="2000368"/>
            <a:ext cx="962338" cy="346710"/>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Edit Row</a:t>
            </a:r>
            <a:endParaRPr lang="en-US" sz="1200" dirty="0"/>
          </a:p>
        </p:txBody>
      </p:sp>
      <p:sp>
        <p:nvSpPr>
          <p:cNvPr id="13" name="Text 11"/>
          <p:cNvSpPr/>
          <p:nvPr/>
        </p:nvSpPr>
        <p:spPr>
          <a:xfrm>
            <a:off x="2192032" y="2284485"/>
            <a:ext cx="1418339" cy="1007745"/>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Opens modal with editable fields and displays a Live Generated UPDATE query preview.</a:t>
            </a:r>
            <a:endParaRPr lang="en-US" sz="950" dirty="0"/>
          </a:p>
        </p:txBody>
      </p:sp>
      <p:sp>
        <p:nvSpPr>
          <p:cNvPr id="15" name="Text 13"/>
          <p:cNvSpPr/>
          <p:nvPr/>
        </p:nvSpPr>
        <p:spPr>
          <a:xfrm>
            <a:off x="4090695" y="1526755"/>
            <a:ext cx="744822" cy="537247"/>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6" name="Text 14"/>
          <p:cNvSpPr/>
          <p:nvPr/>
        </p:nvSpPr>
        <p:spPr>
          <a:xfrm>
            <a:off x="3997132" y="2027677"/>
            <a:ext cx="1418339" cy="350520"/>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Insert Row</a:t>
            </a:r>
            <a:endParaRPr lang="en-US" sz="1200" dirty="0"/>
          </a:p>
        </p:txBody>
      </p:sp>
      <p:sp>
        <p:nvSpPr>
          <p:cNvPr id="17" name="Text 15"/>
          <p:cNvSpPr/>
          <p:nvPr/>
        </p:nvSpPr>
        <p:spPr>
          <a:xfrm>
            <a:off x="4028141" y="2276599"/>
            <a:ext cx="1418339" cy="1007745"/>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Opens modal pre-filled with selected row values and displays a Live Generated INSERT query preview.</a:t>
            </a:r>
            <a:endParaRPr lang="en-US" sz="950" dirty="0"/>
          </a:p>
        </p:txBody>
      </p:sp>
      <p:sp>
        <p:nvSpPr>
          <p:cNvPr id="19" name="Text 17"/>
          <p:cNvSpPr/>
          <p:nvPr/>
        </p:nvSpPr>
        <p:spPr>
          <a:xfrm>
            <a:off x="6100450" y="1633938"/>
            <a:ext cx="584187" cy="422456"/>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20" name="Text 18"/>
          <p:cNvSpPr/>
          <p:nvPr/>
        </p:nvSpPr>
        <p:spPr>
          <a:xfrm>
            <a:off x="5875298" y="2033001"/>
            <a:ext cx="1418339" cy="350520"/>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Delete Row</a:t>
            </a:r>
            <a:endParaRPr lang="en-US" sz="1200" dirty="0"/>
          </a:p>
        </p:txBody>
      </p:sp>
      <p:sp>
        <p:nvSpPr>
          <p:cNvPr id="21" name="Text 19"/>
          <p:cNvSpPr/>
          <p:nvPr/>
        </p:nvSpPr>
        <p:spPr>
          <a:xfrm>
            <a:off x="5833049" y="2312726"/>
            <a:ext cx="1418339" cy="1007745"/>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Opens modal showing row summary and Live Generated DELETE query preview before confirmation.</a:t>
            </a:r>
            <a:endParaRPr lang="en-US" sz="950" dirty="0"/>
          </a:p>
        </p:txBody>
      </p:sp>
      <p:sp>
        <p:nvSpPr>
          <p:cNvPr id="23" name="Text 21"/>
          <p:cNvSpPr/>
          <p:nvPr/>
        </p:nvSpPr>
        <p:spPr>
          <a:xfrm flipH="1">
            <a:off x="7837734" y="1486464"/>
            <a:ext cx="552014" cy="730887"/>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24" name="Text 22"/>
          <p:cNvSpPr/>
          <p:nvPr/>
        </p:nvSpPr>
        <p:spPr>
          <a:xfrm>
            <a:off x="7619853" y="2056062"/>
            <a:ext cx="1418339" cy="350520"/>
          </a:xfrm>
          <a:prstGeom prst="rect">
            <a:avLst/>
          </a:prstGeom>
          <a:noFill/>
          <a:ln/>
        </p:spPr>
        <p:txBody>
          <a:bodyPr wrap="square" rtlCol="0" anchor="ctr"/>
          <a:lstStyle/>
          <a:p>
            <a:pPr marL="0" indent="0">
              <a:buNone/>
            </a:pPr>
            <a:r>
              <a:rPr lang="en-US" sz="1200" b="1" dirty="0">
                <a:solidFill>
                  <a:srgbClr val="1E293B"/>
                </a:solidFill>
                <a:latin typeface="Arial" pitchFamily="34" charset="0"/>
                <a:ea typeface="Arial" pitchFamily="34" charset="-122"/>
                <a:cs typeface="Arial" pitchFamily="34" charset="-120"/>
              </a:rPr>
              <a:t>Open in Editor</a:t>
            </a:r>
            <a:endParaRPr lang="en-US" sz="1200" dirty="0"/>
          </a:p>
        </p:txBody>
      </p:sp>
      <p:sp>
        <p:nvSpPr>
          <p:cNvPr id="25" name="Text 23"/>
          <p:cNvSpPr/>
          <p:nvPr/>
        </p:nvSpPr>
        <p:spPr>
          <a:xfrm>
            <a:off x="7598863" y="2233046"/>
            <a:ext cx="1418339" cy="1007745"/>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Transfers targeted row SELECT * query directly into the Query Editor tab.</a:t>
            </a:r>
            <a:endParaRPr lang="en-US" sz="950" dirty="0"/>
          </a:p>
        </p:txBody>
      </p:sp>
      <p:sp>
        <p:nvSpPr>
          <p:cNvPr id="27" name="Text 25"/>
          <p:cNvSpPr/>
          <p:nvPr/>
        </p:nvSpPr>
        <p:spPr>
          <a:xfrm>
            <a:off x="436611" y="3692582"/>
            <a:ext cx="7005757" cy="289022"/>
          </a:xfrm>
          <a:prstGeom prst="rect">
            <a:avLst/>
          </a:prstGeom>
          <a:noFill/>
          <a:ln/>
        </p:spPr>
        <p:txBody>
          <a:bodyPr wrap="square" rtlCol="0" anchor="ctr"/>
          <a:lstStyle/>
          <a:p>
            <a:pPr marL="0" indent="0">
              <a:buNone/>
            </a:pPr>
            <a:r>
              <a:rPr lang="en-US" sz="1300" b="1" dirty="0">
                <a:solidFill>
                  <a:srgbClr val="92400E"/>
                </a:solidFill>
                <a:latin typeface="Arial" pitchFamily="34" charset="0"/>
                <a:ea typeface="Arial" pitchFamily="34" charset="-122"/>
                <a:cs typeface="Arial" pitchFamily="34" charset="-120"/>
              </a:rPr>
              <a:t>⚡ "Apply &amp; Run in Query Editor" Innovation</a:t>
            </a:r>
            <a:endParaRPr lang="en-US" sz="1300" dirty="0"/>
          </a:p>
        </p:txBody>
      </p:sp>
      <p:sp>
        <p:nvSpPr>
          <p:cNvPr id="28" name="Text 26"/>
          <p:cNvSpPr/>
          <p:nvPr/>
        </p:nvSpPr>
        <p:spPr>
          <a:xfrm>
            <a:off x="532565" y="3890017"/>
            <a:ext cx="8062136" cy="963930"/>
          </a:xfrm>
          <a:prstGeom prst="rect">
            <a:avLst/>
          </a:prstGeom>
          <a:noFill/>
          <a:ln/>
        </p:spPr>
        <p:txBody>
          <a:bodyPr wrap="square" rtlCol="0" anchor="ctr"/>
          <a:lstStyle/>
          <a:p>
            <a:pPr marL="0" indent="0">
              <a:lnSpc>
                <a:spcPts val="1600"/>
              </a:lnSpc>
              <a:buNone/>
            </a:pPr>
            <a:r>
              <a:rPr lang="en-US" sz="1050" dirty="0">
                <a:solidFill>
                  <a:srgbClr val="78350F"/>
                </a:solidFill>
                <a:latin typeface="Calibri" pitchFamily="34" charset="0"/>
                <a:ea typeface="Calibri" pitchFamily="34" charset="-122"/>
                <a:cs typeface="Calibri" pitchFamily="34" charset="-120"/>
              </a:rPr>
              <a:t>Every row action modal (Edit, Insert, Delete) features an "Apply &amp; Run in Query Editor" button. When clicked, the system automatically translates GUI actions into exact SQL or MongoDB MQL queries, loads the script into the Query Editor tab, switches tabs automatically, and executes the operation live—allowing developers to review and inspect queries before execution!</a:t>
            </a:r>
            <a:endParaRPr lang="en-US" sz="1050" dirty="0"/>
          </a:p>
        </p:txBody>
      </p:sp>
      <p:sp>
        <p:nvSpPr>
          <p:cNvPr id="29" name="Text 27"/>
          <p:cNvSpPr/>
          <p:nvPr/>
        </p:nvSpPr>
        <p:spPr>
          <a:xfrm>
            <a:off x="532565" y="4892779"/>
            <a:ext cx="8584682" cy="262890"/>
          </a:xfrm>
          <a:prstGeom prst="rect">
            <a:avLst/>
          </a:prstGeom>
          <a:noFill/>
          <a:ln/>
        </p:spPr>
        <p:txBody>
          <a:bodyPr wrap="square"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Database Management System | Page 13 of 30 | Confidential © 2026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119901" y="75544"/>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119901" y="258424"/>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5. Notification &amp; Alert Dispatch Flow</a:t>
            </a:r>
            <a:endParaRPr lang="en-US" sz="2200" dirty="0"/>
          </a:p>
        </p:txBody>
      </p:sp>
      <p:sp>
        <p:nvSpPr>
          <p:cNvPr id="4" name="Shape 2"/>
          <p:cNvSpPr/>
          <p:nvPr/>
        </p:nvSpPr>
        <p:spPr>
          <a:xfrm>
            <a:off x="182879" y="761344"/>
            <a:ext cx="4837237" cy="45720"/>
          </a:xfrm>
          <a:prstGeom prst="rect">
            <a:avLst/>
          </a:prstGeom>
          <a:solidFill>
            <a:srgbClr val="0D9DA4"/>
          </a:solidFill>
          <a:ln w="12700">
            <a:solidFill>
              <a:srgbClr val="0D9DA4"/>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3196360248"/>
              </p:ext>
            </p:extLst>
          </p:nvPr>
        </p:nvGraphicFramePr>
        <p:xfrm>
          <a:off x="182879" y="916520"/>
          <a:ext cx="8882400" cy="2926080"/>
        </p:xfrm>
        <a:graphic>
          <a:graphicData uri="http://schemas.openxmlformats.org/drawingml/2006/table">
            <a:tbl>
              <a:tblPr/>
              <a:tblGrid>
                <a:gridCol w="2220600">
                  <a:extLst>
                    <a:ext uri="{9D8B030D-6E8A-4147-A177-3AD203B41FA5}">
                      <a16:colId xmlns:a16="http://schemas.microsoft.com/office/drawing/2014/main" val="20000"/>
                    </a:ext>
                  </a:extLst>
                </a:gridCol>
                <a:gridCol w="2220600">
                  <a:extLst>
                    <a:ext uri="{9D8B030D-6E8A-4147-A177-3AD203B41FA5}">
                      <a16:colId xmlns:a16="http://schemas.microsoft.com/office/drawing/2014/main" val="20001"/>
                    </a:ext>
                  </a:extLst>
                </a:gridCol>
                <a:gridCol w="2220600">
                  <a:extLst>
                    <a:ext uri="{9D8B030D-6E8A-4147-A177-3AD203B41FA5}">
                      <a16:colId xmlns:a16="http://schemas.microsoft.com/office/drawing/2014/main" val="20002"/>
                    </a:ext>
                  </a:extLst>
                </a:gridCol>
                <a:gridCol w="2220600">
                  <a:extLst>
                    <a:ext uri="{9D8B030D-6E8A-4147-A177-3AD203B41FA5}">
                      <a16:colId xmlns:a16="http://schemas.microsoft.com/office/drawing/2014/main" val="20003"/>
                    </a:ext>
                  </a:extLst>
                </a:gridCol>
              </a:tblGrid>
              <a:tr h="487680">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Triggering Event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Channel / Destination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Payload / Content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Automated Action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48768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Connection Failure / Offline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Email (SMTP) + Slack Webhook</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Host, Port, Ping Latency, Error Trace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Alerts DBA immediately to restore connection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8768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High CPU / Memory Threshold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Discord / Slack Webhook</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Host, Current Usage (e.g. &gt;90%), Timestamp</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Triggers server capacity inspection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8768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Slow Query Spike (&gt;100ms)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Email + Admin Dashboard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Execution Duration (ms), Statement, User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Logs to Slow Query store with tuning tips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8768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Password Reset Request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Email (Nodemailer)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Secure Reset Token + Expiration Link (1 hr)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Permits single-use password reset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8768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Binlog Schema Alteration (DDL)</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Real-Time Socket.io + Audit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ALTER / DROP statement, User, Binlog Position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Broadcasts to active developer sessions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182879" y="3867218"/>
            <a:ext cx="9875520" cy="320040"/>
          </a:xfrm>
          <a:prstGeom prst="rect">
            <a:avLst/>
          </a:prstGeom>
          <a:noFill/>
          <a:ln/>
        </p:spPr>
        <p:txBody>
          <a:bodyPr wrap="square" rtlCol="0" anchor="ctr"/>
          <a:lstStyle/>
          <a:p>
            <a:pPr marL="0" indent="0">
              <a:buNone/>
            </a:pPr>
            <a:r>
              <a:rPr lang="en-US" sz="1300" b="1" dirty="0">
                <a:solidFill>
                  <a:srgbClr val="0D9DA4"/>
                </a:solidFill>
                <a:latin typeface="Arial" pitchFamily="34" charset="0"/>
                <a:ea typeface="Arial" pitchFamily="34" charset="-122"/>
                <a:cs typeface="Arial" pitchFamily="34" charset="-120"/>
              </a:rPr>
              <a:t>Supported Dispatch Protocols</a:t>
            </a:r>
            <a:endParaRPr lang="en-US" sz="1300" dirty="0"/>
          </a:p>
        </p:txBody>
      </p:sp>
      <p:sp>
        <p:nvSpPr>
          <p:cNvPr id="8" name="Text 5"/>
          <p:cNvSpPr/>
          <p:nvPr/>
        </p:nvSpPr>
        <p:spPr>
          <a:xfrm>
            <a:off x="133224" y="4126597"/>
            <a:ext cx="8752504" cy="876553"/>
          </a:xfrm>
          <a:prstGeom prst="rect">
            <a:avLst/>
          </a:prstGeom>
          <a:noFill/>
          <a:ln/>
        </p:spPr>
        <p:txBody>
          <a:bodyPr wrap="square" rtlCol="0" anchor="ctr"/>
          <a:lstStyle/>
          <a:p>
            <a:pPr marL="0" indent="0">
              <a:lnSpc>
                <a:spcPts val="1600"/>
              </a:lnSpc>
              <a:buNone/>
            </a:pPr>
            <a:r>
              <a:rPr lang="en-US" sz="1000" dirty="0">
                <a:solidFill>
                  <a:srgbClr val="475569"/>
                </a:solidFill>
                <a:latin typeface="Calibri" pitchFamily="34" charset="0"/>
                <a:ea typeface="Calibri" pitchFamily="34" charset="-122"/>
                <a:cs typeface="Calibri" pitchFamily="34" charset="-120"/>
              </a:rPr>
              <a:t>• SMTP / Nodemailer: Configurable transactional emails for alerts and authentication.</a:t>
            </a:r>
            <a:endParaRPr lang="en-US" sz="1000" dirty="0"/>
          </a:p>
          <a:p>
            <a:pPr marL="0" indent="0">
              <a:lnSpc>
                <a:spcPts val="1600"/>
              </a:lnSpc>
              <a:buNone/>
            </a:pPr>
            <a:r>
              <a:rPr lang="en-US" sz="1000" dirty="0">
                <a:solidFill>
                  <a:srgbClr val="475569"/>
                </a:solidFill>
                <a:latin typeface="Calibri" pitchFamily="34" charset="0"/>
                <a:ea typeface="Calibri" pitchFamily="34" charset="-122"/>
                <a:cs typeface="Calibri" pitchFamily="34" charset="-120"/>
              </a:rPr>
              <a:t>• Slack Webhooks: Formatted Slack attachments with color-coded severity badges (Warning/Critical).</a:t>
            </a:r>
            <a:endParaRPr lang="en-US" sz="1000" dirty="0"/>
          </a:p>
          <a:p>
            <a:pPr marL="0" indent="0">
              <a:lnSpc>
                <a:spcPts val="1600"/>
              </a:lnSpc>
              <a:buNone/>
            </a:pPr>
            <a:r>
              <a:rPr lang="en-US" sz="1000" dirty="0">
                <a:solidFill>
                  <a:srgbClr val="475569"/>
                </a:solidFill>
                <a:latin typeface="Calibri" pitchFamily="34" charset="0"/>
                <a:ea typeface="Calibri" pitchFamily="34" charset="-122"/>
                <a:cs typeface="Calibri" pitchFamily="34" charset="-120"/>
              </a:rPr>
              <a:t>• Discord Webhooks: Rich JSON embeds with timestamp and database instance tags.</a:t>
            </a:r>
            <a:endParaRPr lang="en-US" sz="1000" dirty="0"/>
          </a:p>
          <a:p>
            <a:pPr marL="0" indent="0">
              <a:lnSpc>
                <a:spcPts val="1600"/>
              </a:lnSpc>
              <a:buNone/>
            </a:pPr>
            <a:r>
              <a:rPr lang="en-US" sz="1000" dirty="0">
                <a:solidFill>
                  <a:srgbClr val="475569"/>
                </a:solidFill>
                <a:latin typeface="Calibri" pitchFamily="34" charset="0"/>
                <a:ea typeface="Calibri" pitchFamily="34" charset="-122"/>
                <a:cs typeface="Calibri" pitchFamily="34" charset="-120"/>
              </a:rPr>
              <a:t>• Socket.io WebSockets: In-browser live toast notifications for connected team members.</a:t>
            </a:r>
            <a:endParaRPr lang="en-US" sz="1000" dirty="0"/>
          </a:p>
        </p:txBody>
      </p:sp>
      <p:sp>
        <p:nvSpPr>
          <p:cNvPr id="9" name="Text 6"/>
          <p:cNvSpPr/>
          <p:nvPr/>
        </p:nvSpPr>
        <p:spPr>
          <a:xfrm>
            <a:off x="386349" y="5199969"/>
            <a:ext cx="10515600" cy="274320"/>
          </a:xfrm>
          <a:prstGeom prst="rect">
            <a:avLst/>
          </a:prstGeom>
          <a:noFill/>
          <a:ln/>
        </p:spPr>
        <p:txBody>
          <a:bodyPr wrap="square" rtlCol="0" anchor="ctr"/>
          <a:lstStyle/>
          <a:p>
            <a:pPr marL="0" indent="0">
              <a:buNone/>
            </a:pP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0268" y="60266"/>
            <a:ext cx="8941603" cy="211975"/>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1533858" y="245624"/>
            <a:ext cx="10282844" cy="423949"/>
          </a:xfrm>
          <a:prstGeom prst="rect">
            <a:avLst/>
          </a:prstGeom>
          <a:noFill/>
          <a:ln/>
        </p:spPr>
        <p:txBody>
          <a:bodyPr wrap="square" rtlCol="0" anchor="ctr"/>
          <a:lstStyle/>
          <a:p>
            <a:pPr marL="0" indent="0" algn="ctr">
              <a:buNone/>
            </a:pPr>
            <a:r>
              <a:rPr lang="en-US" sz="2200" b="1" dirty="0">
                <a:solidFill>
                  <a:srgbClr val="0F172A"/>
                </a:solidFill>
                <a:latin typeface="Arial" pitchFamily="34" charset="0"/>
                <a:ea typeface="Arial" pitchFamily="34" charset="-122"/>
                <a:cs typeface="Arial" pitchFamily="34" charset="-120"/>
              </a:rPr>
              <a:t>6. Complete Application Workflow (End-to-End)</a:t>
            </a:r>
            <a:endParaRPr lang="en-US" sz="2200" dirty="0"/>
          </a:p>
        </p:txBody>
      </p:sp>
      <p:sp>
        <p:nvSpPr>
          <p:cNvPr id="4" name="Shape 2"/>
          <p:cNvSpPr/>
          <p:nvPr/>
        </p:nvSpPr>
        <p:spPr>
          <a:xfrm>
            <a:off x="467592" y="809054"/>
            <a:ext cx="8097952" cy="45719"/>
          </a:xfrm>
          <a:prstGeom prst="rect">
            <a:avLst/>
          </a:prstGeom>
          <a:solidFill>
            <a:srgbClr val="0D9DA4"/>
          </a:solidFill>
          <a:ln w="12700">
            <a:solidFill>
              <a:srgbClr val="0D9DA4"/>
            </a:solidFill>
            <a:prstDash val="solid"/>
          </a:ln>
        </p:spPr>
      </p:sp>
      <p:sp>
        <p:nvSpPr>
          <p:cNvPr id="5" name="Shape 3"/>
          <p:cNvSpPr/>
          <p:nvPr/>
        </p:nvSpPr>
        <p:spPr>
          <a:xfrm>
            <a:off x="182879" y="1028700"/>
            <a:ext cx="8494523" cy="777240"/>
          </a:xfrm>
          <a:prstGeom prst="roundRect">
            <a:avLst/>
          </a:prstGeom>
          <a:solidFill>
            <a:srgbClr val="FFFFFF"/>
          </a:solidFill>
          <a:ln w="12700">
            <a:solidFill>
              <a:srgbClr val="E2E8F0"/>
            </a:solidFill>
            <a:prstDash val="solid"/>
          </a:ln>
        </p:spPr>
      </p:sp>
      <p:sp>
        <p:nvSpPr>
          <p:cNvPr id="6" name="Shape 4"/>
          <p:cNvSpPr/>
          <p:nvPr/>
        </p:nvSpPr>
        <p:spPr>
          <a:xfrm>
            <a:off x="452832" y="1218293"/>
            <a:ext cx="536496" cy="423949"/>
          </a:xfrm>
          <a:prstGeom prst="ellipse">
            <a:avLst/>
          </a:prstGeom>
          <a:solidFill>
            <a:srgbClr val="0D9DA4"/>
          </a:solidFill>
          <a:ln/>
        </p:spPr>
      </p:sp>
      <p:sp>
        <p:nvSpPr>
          <p:cNvPr id="7" name="Text 5"/>
          <p:cNvSpPr/>
          <p:nvPr/>
        </p:nvSpPr>
        <p:spPr>
          <a:xfrm>
            <a:off x="411480" y="1176250"/>
            <a:ext cx="615462" cy="514237"/>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76893" y="1110788"/>
            <a:ext cx="8494523" cy="247304"/>
          </a:xfrm>
          <a:prstGeom prst="rect">
            <a:avLst/>
          </a:prstGeom>
          <a:noFill/>
          <a:ln/>
        </p:spPr>
        <p:txBody>
          <a:bodyPr wrap="square"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Phase 1: Connection Provisioning</a:t>
            </a:r>
            <a:endParaRPr lang="en-US" sz="1300" dirty="0"/>
          </a:p>
        </p:txBody>
      </p:sp>
      <p:sp>
        <p:nvSpPr>
          <p:cNvPr id="9" name="Text 7"/>
          <p:cNvSpPr/>
          <p:nvPr/>
        </p:nvSpPr>
        <p:spPr>
          <a:xfrm>
            <a:off x="1188720" y="1390281"/>
            <a:ext cx="7376823" cy="353291"/>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Admin adds target database (MySQL/PostgreSQL/MongoDB/Oracle) with host, port, credentials, and verifies via Test Connection.</a:t>
            </a:r>
            <a:endParaRPr lang="en-US" sz="900" dirty="0"/>
          </a:p>
        </p:txBody>
      </p:sp>
      <p:sp>
        <p:nvSpPr>
          <p:cNvPr id="10" name="Shape 8"/>
          <p:cNvSpPr/>
          <p:nvPr/>
        </p:nvSpPr>
        <p:spPr>
          <a:xfrm>
            <a:off x="182879" y="2022070"/>
            <a:ext cx="8618221" cy="777240"/>
          </a:xfrm>
          <a:prstGeom prst="roundRect">
            <a:avLst/>
          </a:prstGeom>
          <a:solidFill>
            <a:srgbClr val="FFFFFF"/>
          </a:solidFill>
          <a:ln w="12700">
            <a:solidFill>
              <a:srgbClr val="E2E8F0"/>
            </a:solidFill>
            <a:prstDash val="solid"/>
          </a:ln>
        </p:spPr>
        <p:txBody>
          <a:bodyPr/>
          <a:lstStyle/>
          <a:p>
            <a:endParaRPr lang="en-US" dirty="0"/>
          </a:p>
        </p:txBody>
      </p:sp>
      <p:sp>
        <p:nvSpPr>
          <p:cNvPr id="11" name="Shape 9"/>
          <p:cNvSpPr/>
          <p:nvPr/>
        </p:nvSpPr>
        <p:spPr>
          <a:xfrm>
            <a:off x="440313" y="2206354"/>
            <a:ext cx="536496" cy="423949"/>
          </a:xfrm>
          <a:prstGeom prst="ellipse">
            <a:avLst/>
          </a:prstGeom>
          <a:solidFill>
            <a:srgbClr val="0D9DA4"/>
          </a:solidFill>
          <a:ln/>
        </p:spPr>
        <p:txBody>
          <a:bodyPr/>
          <a:lstStyle/>
          <a:p>
            <a:endParaRPr lang="en-US" dirty="0"/>
          </a:p>
        </p:txBody>
      </p:sp>
      <p:sp>
        <p:nvSpPr>
          <p:cNvPr id="12" name="Text 10"/>
          <p:cNvSpPr/>
          <p:nvPr/>
        </p:nvSpPr>
        <p:spPr>
          <a:xfrm>
            <a:off x="467591" y="2203912"/>
            <a:ext cx="460145" cy="426391"/>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181886" y="2078178"/>
            <a:ext cx="8494523" cy="247304"/>
          </a:xfrm>
          <a:prstGeom prst="rect">
            <a:avLst/>
          </a:prstGeom>
          <a:noFill/>
          <a:ln/>
        </p:spPr>
        <p:txBody>
          <a:bodyPr wrap="square"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Phase 2: RBAC &amp; Mode Assignment</a:t>
            </a:r>
            <a:endParaRPr lang="en-US" sz="1300" dirty="0"/>
          </a:p>
        </p:txBody>
      </p:sp>
      <p:sp>
        <p:nvSpPr>
          <p:cNvPr id="14" name="Text 12"/>
          <p:cNvSpPr/>
          <p:nvPr/>
        </p:nvSpPr>
        <p:spPr>
          <a:xfrm>
            <a:off x="342900" y="2347305"/>
            <a:ext cx="8941603" cy="353291"/>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Admin creates developer account, assigns connections, and sets security mode: Read-Write or Read-Only.</a:t>
            </a:r>
            <a:endParaRPr lang="en-US" sz="1000" dirty="0"/>
          </a:p>
        </p:txBody>
      </p:sp>
      <p:sp>
        <p:nvSpPr>
          <p:cNvPr id="15" name="Shape 13"/>
          <p:cNvSpPr/>
          <p:nvPr/>
        </p:nvSpPr>
        <p:spPr>
          <a:xfrm>
            <a:off x="182879" y="2975958"/>
            <a:ext cx="8618221" cy="777240"/>
          </a:xfrm>
          <a:prstGeom prst="roundRect">
            <a:avLst/>
          </a:prstGeom>
          <a:solidFill>
            <a:srgbClr val="FFFFFF"/>
          </a:solidFill>
          <a:ln w="12700">
            <a:solidFill>
              <a:srgbClr val="E2E8F0"/>
            </a:solidFill>
            <a:prstDash val="solid"/>
          </a:ln>
        </p:spPr>
      </p:sp>
      <p:sp>
        <p:nvSpPr>
          <p:cNvPr id="16" name="Shape 14"/>
          <p:cNvSpPr/>
          <p:nvPr/>
        </p:nvSpPr>
        <p:spPr>
          <a:xfrm>
            <a:off x="457742" y="3101685"/>
            <a:ext cx="491307" cy="415634"/>
          </a:xfrm>
          <a:prstGeom prst="ellipse">
            <a:avLst/>
          </a:prstGeom>
          <a:solidFill>
            <a:srgbClr val="0D9DA4"/>
          </a:solidFill>
          <a:ln/>
        </p:spPr>
      </p:sp>
      <p:sp>
        <p:nvSpPr>
          <p:cNvPr id="17" name="Text 15"/>
          <p:cNvSpPr/>
          <p:nvPr/>
        </p:nvSpPr>
        <p:spPr>
          <a:xfrm>
            <a:off x="391240" y="3115193"/>
            <a:ext cx="635702" cy="423949"/>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16"/>
          <p:cNvSpPr/>
          <p:nvPr/>
        </p:nvSpPr>
        <p:spPr>
          <a:xfrm>
            <a:off x="324738" y="3072591"/>
            <a:ext cx="8494523" cy="247304"/>
          </a:xfrm>
          <a:prstGeom prst="rect">
            <a:avLst/>
          </a:prstGeom>
          <a:noFill/>
          <a:ln/>
        </p:spPr>
        <p:txBody>
          <a:bodyPr wrap="square"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Phase 3: Schema Discovery &amp; Querying</a:t>
            </a:r>
            <a:endParaRPr lang="en-US" sz="1300" dirty="0"/>
          </a:p>
        </p:txBody>
      </p:sp>
      <p:sp>
        <p:nvSpPr>
          <p:cNvPr id="19" name="Text 17"/>
          <p:cNvSpPr/>
          <p:nvPr/>
        </p:nvSpPr>
        <p:spPr>
          <a:xfrm>
            <a:off x="182879" y="3270014"/>
            <a:ext cx="8941603" cy="353291"/>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Developer selects database, explores tables/views, executes statements in Query Editor, or uses phpMyAdmin row actions.</a:t>
            </a:r>
            <a:endParaRPr lang="en-US" sz="1000" dirty="0"/>
          </a:p>
        </p:txBody>
      </p:sp>
      <p:sp>
        <p:nvSpPr>
          <p:cNvPr id="20" name="Shape 18"/>
          <p:cNvSpPr/>
          <p:nvPr/>
        </p:nvSpPr>
        <p:spPr>
          <a:xfrm>
            <a:off x="182879" y="3803592"/>
            <a:ext cx="8636382" cy="777240"/>
          </a:xfrm>
          <a:prstGeom prst="roundRect">
            <a:avLst/>
          </a:prstGeom>
          <a:solidFill>
            <a:srgbClr val="FFFFFF"/>
          </a:solidFill>
          <a:ln w="12700">
            <a:solidFill>
              <a:srgbClr val="E2E8F0"/>
            </a:solidFill>
            <a:prstDash val="solid"/>
          </a:ln>
        </p:spPr>
      </p:sp>
      <p:sp>
        <p:nvSpPr>
          <p:cNvPr id="21" name="Shape 19"/>
          <p:cNvSpPr/>
          <p:nvPr/>
        </p:nvSpPr>
        <p:spPr>
          <a:xfrm>
            <a:off x="429415" y="3987150"/>
            <a:ext cx="536496" cy="423949"/>
          </a:xfrm>
          <a:prstGeom prst="ellipse">
            <a:avLst/>
          </a:prstGeom>
          <a:solidFill>
            <a:srgbClr val="0D9DA4"/>
          </a:solidFill>
          <a:ln/>
        </p:spPr>
      </p:sp>
      <p:sp>
        <p:nvSpPr>
          <p:cNvPr id="22" name="Text 20"/>
          <p:cNvSpPr/>
          <p:nvPr/>
        </p:nvSpPr>
        <p:spPr>
          <a:xfrm>
            <a:off x="341362" y="3980237"/>
            <a:ext cx="685579" cy="47003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21"/>
          <p:cNvSpPr/>
          <p:nvPr/>
        </p:nvSpPr>
        <p:spPr>
          <a:xfrm>
            <a:off x="182877" y="3955700"/>
            <a:ext cx="8494523" cy="247304"/>
          </a:xfrm>
          <a:prstGeom prst="rect">
            <a:avLst/>
          </a:prstGeom>
          <a:noFill/>
          <a:ln/>
        </p:spPr>
        <p:txBody>
          <a:bodyPr wrap="square"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Phase 4: Real-Time CDC &amp; Auditing</a:t>
            </a:r>
            <a:endParaRPr lang="en-US" sz="1300" dirty="0"/>
          </a:p>
        </p:txBody>
      </p:sp>
      <p:sp>
        <p:nvSpPr>
          <p:cNvPr id="24" name="Text 22"/>
          <p:cNvSpPr/>
          <p:nvPr/>
        </p:nvSpPr>
        <p:spPr>
          <a:xfrm>
            <a:off x="391240" y="4216110"/>
            <a:ext cx="8428021" cy="353291"/>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Transactions stream into Binlog CDC feed with row diffs, slow queries are captured, and audit trails are logged.</a:t>
            </a:r>
            <a:endParaRPr lang="en-US" sz="1000" dirty="0"/>
          </a:p>
        </p:txBody>
      </p:sp>
      <p:sp>
        <p:nvSpPr>
          <p:cNvPr id="25" name="Text 23"/>
          <p:cNvSpPr/>
          <p:nvPr/>
        </p:nvSpPr>
        <p:spPr>
          <a:xfrm>
            <a:off x="731520" y="6400800"/>
            <a:ext cx="10282844" cy="211975"/>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Database Management System | Page 15 of 30 | Confidential © 2026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07435" y="1"/>
            <a:ext cx="6387231" cy="20990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703036" y="479014"/>
            <a:ext cx="7345315" cy="499266"/>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7. Enterprise Security &amp; Compliance Features</a:t>
            </a:r>
            <a:endParaRPr lang="en-US" sz="2200" dirty="0"/>
          </a:p>
        </p:txBody>
      </p:sp>
      <p:sp>
        <p:nvSpPr>
          <p:cNvPr id="4" name="Shape 2"/>
          <p:cNvSpPr/>
          <p:nvPr/>
        </p:nvSpPr>
        <p:spPr>
          <a:xfrm flipV="1">
            <a:off x="731520" y="938014"/>
            <a:ext cx="7513238" cy="49816"/>
          </a:xfrm>
          <a:prstGeom prst="rect">
            <a:avLst/>
          </a:prstGeom>
          <a:solidFill>
            <a:srgbClr val="0D9DA4"/>
          </a:solidFill>
          <a:ln w="12700">
            <a:solidFill>
              <a:srgbClr val="0D9DA4"/>
            </a:solidFill>
            <a:prstDash val="solid"/>
          </a:ln>
        </p:spPr>
      </p:sp>
      <p:sp>
        <p:nvSpPr>
          <p:cNvPr id="5" name="Shape 3"/>
          <p:cNvSpPr/>
          <p:nvPr/>
        </p:nvSpPr>
        <p:spPr>
          <a:xfrm>
            <a:off x="635709" y="1122874"/>
            <a:ext cx="1564871" cy="1874477"/>
          </a:xfrm>
          <a:prstGeom prst="roundRect">
            <a:avLst/>
          </a:prstGeom>
          <a:solidFill>
            <a:srgbClr val="FFFFFF"/>
          </a:solidFill>
          <a:ln w="12700">
            <a:solidFill>
              <a:srgbClr val="E2E8F0"/>
            </a:solidFill>
            <a:prstDash val="solid"/>
          </a:ln>
        </p:spPr>
        <p:txBody>
          <a:bodyPr/>
          <a:lstStyle/>
          <a:p>
            <a:endParaRPr lang="en-US" dirty="0"/>
          </a:p>
        </p:txBody>
      </p:sp>
      <p:sp>
        <p:nvSpPr>
          <p:cNvPr id="6" name="Text 4"/>
          <p:cNvSpPr/>
          <p:nvPr/>
        </p:nvSpPr>
        <p:spPr>
          <a:xfrm>
            <a:off x="783676" y="1346970"/>
            <a:ext cx="1564871" cy="374449"/>
          </a:xfrm>
          <a:prstGeom prst="rect">
            <a:avLst/>
          </a:prstGeom>
          <a:noFill/>
          <a:ln/>
        </p:spPr>
        <p:txBody>
          <a:bodyPr wrap="square" rtlCol="0" anchor="ctr"/>
          <a:lstStyle/>
          <a:p>
            <a:pPr marL="0" indent="0">
              <a:buNone/>
            </a:pPr>
            <a:r>
              <a:rPr lang="en-US" sz="1150" b="1" dirty="0">
                <a:solidFill>
                  <a:srgbClr val="0D9DA4"/>
                </a:solidFill>
                <a:latin typeface="Arial" pitchFamily="34" charset="0"/>
                <a:ea typeface="Arial" pitchFamily="34" charset="-122"/>
                <a:cs typeface="Arial" pitchFamily="34" charset="-120"/>
              </a:rPr>
              <a:t>JWT Token Authentication</a:t>
            </a:r>
            <a:endParaRPr lang="en-US" sz="1150" dirty="0"/>
          </a:p>
        </p:txBody>
      </p:sp>
      <p:sp>
        <p:nvSpPr>
          <p:cNvPr id="7" name="Text 5"/>
          <p:cNvSpPr/>
          <p:nvPr/>
        </p:nvSpPr>
        <p:spPr>
          <a:xfrm>
            <a:off x="768727" y="1776862"/>
            <a:ext cx="1564871" cy="1164954"/>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Stateless JSON Web Tokens with secret signing, automatic expiration, and authorization header guards.</a:t>
            </a:r>
            <a:endParaRPr lang="en-US" sz="950" dirty="0"/>
          </a:p>
        </p:txBody>
      </p:sp>
      <p:sp>
        <p:nvSpPr>
          <p:cNvPr id="8" name="Shape 6"/>
          <p:cNvSpPr/>
          <p:nvPr/>
        </p:nvSpPr>
        <p:spPr>
          <a:xfrm>
            <a:off x="2420864" y="1101138"/>
            <a:ext cx="1756489" cy="1913853"/>
          </a:xfrm>
          <a:prstGeom prst="roundRect">
            <a:avLst/>
          </a:prstGeom>
          <a:solidFill>
            <a:srgbClr val="FFFFFF"/>
          </a:solidFill>
          <a:ln w="12700">
            <a:solidFill>
              <a:srgbClr val="E2E8F0"/>
            </a:solidFill>
            <a:prstDash val="solid"/>
          </a:ln>
        </p:spPr>
        <p:txBody>
          <a:bodyPr/>
          <a:lstStyle/>
          <a:p>
            <a:endParaRPr lang="en-US" dirty="0"/>
          </a:p>
        </p:txBody>
      </p:sp>
      <p:sp>
        <p:nvSpPr>
          <p:cNvPr id="9" name="Text 7"/>
          <p:cNvSpPr/>
          <p:nvPr/>
        </p:nvSpPr>
        <p:spPr>
          <a:xfrm>
            <a:off x="2537084" y="1334828"/>
            <a:ext cx="1564871" cy="374449"/>
          </a:xfrm>
          <a:prstGeom prst="rect">
            <a:avLst/>
          </a:prstGeom>
          <a:noFill/>
          <a:ln/>
        </p:spPr>
        <p:txBody>
          <a:bodyPr wrap="square" rtlCol="0" anchor="ctr"/>
          <a:lstStyle/>
          <a:p>
            <a:pPr marL="0" indent="0">
              <a:buNone/>
            </a:pPr>
            <a:r>
              <a:rPr lang="en-US" sz="1150" b="1" dirty="0">
                <a:solidFill>
                  <a:srgbClr val="0D9DA4"/>
                </a:solidFill>
                <a:latin typeface="Arial" pitchFamily="34" charset="0"/>
                <a:ea typeface="Arial" pitchFamily="34" charset="-122"/>
                <a:cs typeface="Arial" pitchFamily="34" charset="-120"/>
              </a:rPr>
              <a:t>Read-Only AST Query Validator</a:t>
            </a:r>
            <a:endParaRPr lang="en-US" sz="1150" dirty="0"/>
          </a:p>
        </p:txBody>
      </p:sp>
      <p:sp>
        <p:nvSpPr>
          <p:cNvPr id="10" name="Text 8"/>
          <p:cNvSpPr/>
          <p:nvPr/>
        </p:nvSpPr>
        <p:spPr>
          <a:xfrm>
            <a:off x="2433550" y="1761586"/>
            <a:ext cx="1839613" cy="1009749"/>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Parser blocks INSERT, UPDATE, DELETE, DROP, and ALTER queries for Read-Only roles with HTTP 403.</a:t>
            </a:r>
            <a:endParaRPr lang="en-US" sz="950" dirty="0"/>
          </a:p>
        </p:txBody>
      </p:sp>
      <p:sp>
        <p:nvSpPr>
          <p:cNvPr id="11" name="Shape 9"/>
          <p:cNvSpPr/>
          <p:nvPr/>
        </p:nvSpPr>
        <p:spPr>
          <a:xfrm>
            <a:off x="4460150" y="1127564"/>
            <a:ext cx="1630934" cy="1913853"/>
          </a:xfrm>
          <a:prstGeom prst="roundRect">
            <a:avLst/>
          </a:prstGeom>
          <a:solidFill>
            <a:srgbClr val="FFFFFF"/>
          </a:solidFill>
          <a:ln w="12700">
            <a:solidFill>
              <a:srgbClr val="E2E8F0"/>
            </a:solidFill>
            <a:prstDash val="solid"/>
          </a:ln>
        </p:spPr>
        <p:txBody>
          <a:bodyPr/>
          <a:lstStyle/>
          <a:p>
            <a:endParaRPr lang="en-US" dirty="0"/>
          </a:p>
        </p:txBody>
      </p:sp>
      <p:sp>
        <p:nvSpPr>
          <p:cNvPr id="12" name="Text 10"/>
          <p:cNvSpPr/>
          <p:nvPr/>
        </p:nvSpPr>
        <p:spPr>
          <a:xfrm>
            <a:off x="4586427" y="1322909"/>
            <a:ext cx="1564871" cy="374449"/>
          </a:xfrm>
          <a:prstGeom prst="rect">
            <a:avLst/>
          </a:prstGeom>
          <a:noFill/>
          <a:ln/>
        </p:spPr>
        <p:txBody>
          <a:bodyPr wrap="square" rtlCol="0" anchor="ctr"/>
          <a:lstStyle/>
          <a:p>
            <a:pPr marL="0" indent="0">
              <a:buNone/>
            </a:pPr>
            <a:r>
              <a:rPr lang="en-US" sz="1150" b="1" dirty="0">
                <a:solidFill>
                  <a:srgbClr val="0D9DA4"/>
                </a:solidFill>
                <a:latin typeface="Arial" pitchFamily="34" charset="0"/>
                <a:ea typeface="Arial" pitchFamily="34" charset="-122"/>
                <a:cs typeface="Arial" pitchFamily="34" charset="-120"/>
              </a:rPr>
              <a:t>SQL &amp; XSS Sanitization</a:t>
            </a:r>
            <a:endParaRPr lang="en-US" sz="1150" dirty="0"/>
          </a:p>
        </p:txBody>
      </p:sp>
      <p:sp>
        <p:nvSpPr>
          <p:cNvPr id="13" name="Text 11"/>
          <p:cNvSpPr/>
          <p:nvPr/>
        </p:nvSpPr>
        <p:spPr>
          <a:xfrm>
            <a:off x="4573865" y="1777360"/>
            <a:ext cx="1564871" cy="1164954"/>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Query sanitization strips malicious command injections and sanitizes input payloads before driver execution.</a:t>
            </a:r>
            <a:endParaRPr lang="en-US" sz="950" dirty="0"/>
          </a:p>
        </p:txBody>
      </p:sp>
      <p:sp>
        <p:nvSpPr>
          <p:cNvPr id="14" name="Shape 12"/>
          <p:cNvSpPr/>
          <p:nvPr/>
        </p:nvSpPr>
        <p:spPr>
          <a:xfrm>
            <a:off x="6459603" y="1094249"/>
            <a:ext cx="1756489" cy="1904419"/>
          </a:xfrm>
          <a:prstGeom prst="roundRect">
            <a:avLst/>
          </a:prstGeom>
          <a:solidFill>
            <a:srgbClr val="FFFFFF"/>
          </a:solidFill>
          <a:ln w="12700">
            <a:solidFill>
              <a:srgbClr val="E2E8F0"/>
            </a:solidFill>
            <a:prstDash val="solid"/>
          </a:ln>
        </p:spPr>
      </p:sp>
      <p:sp>
        <p:nvSpPr>
          <p:cNvPr id="15" name="Text 13"/>
          <p:cNvSpPr/>
          <p:nvPr/>
        </p:nvSpPr>
        <p:spPr>
          <a:xfrm>
            <a:off x="6584077" y="1344831"/>
            <a:ext cx="1564871" cy="374449"/>
          </a:xfrm>
          <a:prstGeom prst="rect">
            <a:avLst/>
          </a:prstGeom>
          <a:noFill/>
          <a:ln/>
        </p:spPr>
        <p:txBody>
          <a:bodyPr wrap="square" rtlCol="0" anchor="ctr"/>
          <a:lstStyle/>
          <a:p>
            <a:pPr marL="0" indent="0">
              <a:buNone/>
            </a:pPr>
            <a:r>
              <a:rPr lang="en-US" sz="1150" b="1" dirty="0">
                <a:solidFill>
                  <a:srgbClr val="0D9DA4"/>
                </a:solidFill>
                <a:latin typeface="Arial" pitchFamily="34" charset="0"/>
                <a:ea typeface="Arial" pitchFamily="34" charset="-122"/>
                <a:cs typeface="Arial" pitchFamily="34" charset="-120"/>
              </a:rPr>
              <a:t>Helmet &amp; Security Headers</a:t>
            </a:r>
            <a:endParaRPr lang="en-US" sz="1150" dirty="0"/>
          </a:p>
        </p:txBody>
      </p:sp>
      <p:sp>
        <p:nvSpPr>
          <p:cNvPr id="16" name="Text 14"/>
          <p:cNvSpPr/>
          <p:nvPr/>
        </p:nvSpPr>
        <p:spPr>
          <a:xfrm>
            <a:off x="6679887" y="1706565"/>
            <a:ext cx="1564871" cy="1164954"/>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Hardened HTTP response headers mitigate XSS, Clickjacking, MIME sniffing, and cross-site leaks.</a:t>
            </a:r>
            <a:endParaRPr lang="en-US" sz="950" dirty="0"/>
          </a:p>
        </p:txBody>
      </p:sp>
      <p:sp>
        <p:nvSpPr>
          <p:cNvPr id="17" name="Shape 15"/>
          <p:cNvSpPr/>
          <p:nvPr/>
        </p:nvSpPr>
        <p:spPr>
          <a:xfrm>
            <a:off x="567944" y="3109458"/>
            <a:ext cx="1613082" cy="1913853"/>
          </a:xfrm>
          <a:prstGeom prst="roundRect">
            <a:avLst/>
          </a:prstGeom>
          <a:solidFill>
            <a:srgbClr val="FFFFFF"/>
          </a:solidFill>
          <a:ln w="12700">
            <a:solidFill>
              <a:srgbClr val="E2E8F0"/>
            </a:solidFill>
            <a:prstDash val="solid"/>
          </a:ln>
        </p:spPr>
      </p:sp>
      <p:sp>
        <p:nvSpPr>
          <p:cNvPr id="18" name="Text 16"/>
          <p:cNvSpPr/>
          <p:nvPr/>
        </p:nvSpPr>
        <p:spPr>
          <a:xfrm>
            <a:off x="619178" y="3283273"/>
            <a:ext cx="1564871" cy="374449"/>
          </a:xfrm>
          <a:prstGeom prst="rect">
            <a:avLst/>
          </a:prstGeom>
          <a:noFill/>
          <a:ln/>
        </p:spPr>
        <p:txBody>
          <a:bodyPr wrap="square" rtlCol="0" anchor="ctr"/>
          <a:lstStyle/>
          <a:p>
            <a:pPr marL="0" indent="0">
              <a:buNone/>
            </a:pPr>
            <a:r>
              <a:rPr lang="en-US" sz="1150" b="1" dirty="0">
                <a:solidFill>
                  <a:srgbClr val="0D9DA4"/>
                </a:solidFill>
                <a:latin typeface="Arial" pitchFamily="34" charset="0"/>
                <a:ea typeface="Arial" pitchFamily="34" charset="-122"/>
                <a:cs typeface="Arial" pitchFamily="34" charset="-120"/>
              </a:rPr>
              <a:t>API Rate Limiting</a:t>
            </a:r>
            <a:endParaRPr lang="en-US" sz="1150" dirty="0"/>
          </a:p>
        </p:txBody>
      </p:sp>
      <p:sp>
        <p:nvSpPr>
          <p:cNvPr id="19" name="Text 17"/>
          <p:cNvSpPr/>
          <p:nvPr/>
        </p:nvSpPr>
        <p:spPr>
          <a:xfrm>
            <a:off x="677060" y="3807853"/>
            <a:ext cx="1564871" cy="1164954"/>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express-rate-limit prevents brute-force login attempts and denial-of-service query flooding.</a:t>
            </a:r>
            <a:endParaRPr lang="en-US" sz="950" dirty="0"/>
          </a:p>
        </p:txBody>
      </p:sp>
      <p:sp>
        <p:nvSpPr>
          <p:cNvPr id="20" name="Shape 18"/>
          <p:cNvSpPr/>
          <p:nvPr/>
        </p:nvSpPr>
        <p:spPr>
          <a:xfrm>
            <a:off x="2453094" y="3157959"/>
            <a:ext cx="1756489" cy="1913853"/>
          </a:xfrm>
          <a:prstGeom prst="roundRect">
            <a:avLst/>
          </a:prstGeom>
          <a:solidFill>
            <a:srgbClr val="FFFFFF"/>
          </a:solidFill>
          <a:ln w="12700">
            <a:solidFill>
              <a:srgbClr val="E2E8F0"/>
            </a:solidFill>
            <a:prstDash val="solid"/>
          </a:ln>
        </p:spPr>
      </p:sp>
      <p:sp>
        <p:nvSpPr>
          <p:cNvPr id="21" name="Text 19"/>
          <p:cNvSpPr/>
          <p:nvPr/>
        </p:nvSpPr>
        <p:spPr>
          <a:xfrm>
            <a:off x="2659664" y="3262577"/>
            <a:ext cx="1564871" cy="374449"/>
          </a:xfrm>
          <a:prstGeom prst="rect">
            <a:avLst/>
          </a:prstGeom>
          <a:noFill/>
          <a:ln/>
        </p:spPr>
        <p:txBody>
          <a:bodyPr wrap="square" rtlCol="0" anchor="ctr"/>
          <a:lstStyle/>
          <a:p>
            <a:pPr marL="0" indent="0">
              <a:buNone/>
            </a:pPr>
            <a:r>
              <a:rPr lang="en-US" sz="1150" b="1" dirty="0">
                <a:solidFill>
                  <a:srgbClr val="0D9DA4"/>
                </a:solidFill>
                <a:latin typeface="Arial" pitchFamily="34" charset="0"/>
                <a:ea typeface="Arial" pitchFamily="34" charset="-122"/>
                <a:cs typeface="Arial" pitchFamily="34" charset="-120"/>
              </a:rPr>
              <a:t>Bcrypt Password Hashing</a:t>
            </a:r>
            <a:endParaRPr lang="en-US" sz="1150" dirty="0"/>
          </a:p>
        </p:txBody>
      </p:sp>
      <p:sp>
        <p:nvSpPr>
          <p:cNvPr id="22" name="Text 20"/>
          <p:cNvSpPr/>
          <p:nvPr/>
        </p:nvSpPr>
        <p:spPr>
          <a:xfrm>
            <a:off x="2688535" y="3720708"/>
            <a:ext cx="1564871" cy="1164954"/>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All user credentials are encrypted with bcrypt salt rounds (10-12) before persistence in MongoDB.</a:t>
            </a:r>
            <a:endParaRPr lang="en-US" sz="950" dirty="0"/>
          </a:p>
        </p:txBody>
      </p:sp>
      <p:sp>
        <p:nvSpPr>
          <p:cNvPr id="23" name="Shape 21"/>
          <p:cNvSpPr/>
          <p:nvPr/>
        </p:nvSpPr>
        <p:spPr>
          <a:xfrm>
            <a:off x="4459712" y="3180457"/>
            <a:ext cx="1647372" cy="1842854"/>
          </a:xfrm>
          <a:prstGeom prst="roundRect">
            <a:avLst/>
          </a:prstGeom>
          <a:solidFill>
            <a:srgbClr val="FFFFFF"/>
          </a:solidFill>
          <a:ln w="12700">
            <a:solidFill>
              <a:srgbClr val="E2E8F0"/>
            </a:solidFill>
            <a:prstDash val="solid"/>
          </a:ln>
        </p:spPr>
      </p:sp>
      <p:sp>
        <p:nvSpPr>
          <p:cNvPr id="24" name="Text 22"/>
          <p:cNvSpPr/>
          <p:nvPr/>
        </p:nvSpPr>
        <p:spPr>
          <a:xfrm>
            <a:off x="4552440" y="3244249"/>
            <a:ext cx="1564871" cy="374449"/>
          </a:xfrm>
          <a:prstGeom prst="rect">
            <a:avLst/>
          </a:prstGeom>
          <a:noFill/>
          <a:ln/>
        </p:spPr>
        <p:txBody>
          <a:bodyPr wrap="square" rtlCol="0" anchor="ctr"/>
          <a:lstStyle/>
          <a:p>
            <a:pPr marL="0" indent="0">
              <a:buNone/>
            </a:pPr>
            <a:r>
              <a:rPr lang="en-US" sz="1150" b="1" dirty="0">
                <a:solidFill>
                  <a:srgbClr val="0D9DA4"/>
                </a:solidFill>
                <a:latin typeface="Arial" pitchFamily="34" charset="0"/>
                <a:ea typeface="Arial" pitchFamily="34" charset="-122"/>
                <a:cs typeface="Arial" pitchFamily="34" charset="-120"/>
              </a:rPr>
              <a:t>Encrypted Credential Storage</a:t>
            </a:r>
            <a:endParaRPr lang="en-US" sz="1150" dirty="0"/>
          </a:p>
        </p:txBody>
      </p:sp>
      <p:sp>
        <p:nvSpPr>
          <p:cNvPr id="25" name="Text 23"/>
          <p:cNvSpPr/>
          <p:nvPr/>
        </p:nvSpPr>
        <p:spPr>
          <a:xfrm>
            <a:off x="4552440" y="3657722"/>
            <a:ext cx="1649073" cy="1227940"/>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Database connection passwords remain server-side and are never returned in client REST responses.</a:t>
            </a:r>
            <a:endParaRPr lang="en-US" sz="950" dirty="0"/>
          </a:p>
        </p:txBody>
      </p:sp>
      <p:sp>
        <p:nvSpPr>
          <p:cNvPr id="26" name="Shape 24"/>
          <p:cNvSpPr/>
          <p:nvPr/>
        </p:nvSpPr>
        <p:spPr>
          <a:xfrm>
            <a:off x="6488269" y="3110152"/>
            <a:ext cx="1756489" cy="1913853"/>
          </a:xfrm>
          <a:prstGeom prst="roundRect">
            <a:avLst/>
          </a:prstGeom>
          <a:solidFill>
            <a:srgbClr val="FFFFFF"/>
          </a:solidFill>
          <a:ln w="12700">
            <a:solidFill>
              <a:srgbClr val="E2E8F0"/>
            </a:solidFill>
            <a:prstDash val="solid"/>
          </a:ln>
        </p:spPr>
      </p:sp>
      <p:sp>
        <p:nvSpPr>
          <p:cNvPr id="27" name="Text 25"/>
          <p:cNvSpPr/>
          <p:nvPr/>
        </p:nvSpPr>
        <p:spPr>
          <a:xfrm>
            <a:off x="6594666" y="3258684"/>
            <a:ext cx="1564871" cy="374449"/>
          </a:xfrm>
          <a:prstGeom prst="rect">
            <a:avLst/>
          </a:prstGeom>
          <a:noFill/>
          <a:ln/>
        </p:spPr>
        <p:txBody>
          <a:bodyPr wrap="square" rtlCol="0" anchor="ctr"/>
          <a:lstStyle/>
          <a:p>
            <a:pPr marL="0" indent="0">
              <a:buNone/>
            </a:pPr>
            <a:r>
              <a:rPr lang="en-US" sz="1150" b="1" dirty="0">
                <a:solidFill>
                  <a:srgbClr val="0D9DA4"/>
                </a:solidFill>
                <a:latin typeface="Arial" pitchFamily="34" charset="0"/>
                <a:ea typeface="Arial" pitchFamily="34" charset="-122"/>
                <a:cs typeface="Arial" pitchFamily="34" charset="-120"/>
              </a:rPr>
              <a:t>Immutable Audit Trail</a:t>
            </a:r>
            <a:endParaRPr lang="en-US" sz="1150" dirty="0"/>
          </a:p>
        </p:txBody>
      </p:sp>
      <p:sp>
        <p:nvSpPr>
          <p:cNvPr id="28" name="Text 26"/>
          <p:cNvSpPr/>
          <p:nvPr/>
        </p:nvSpPr>
        <p:spPr>
          <a:xfrm>
            <a:off x="6651221" y="3657722"/>
            <a:ext cx="1564871" cy="1164954"/>
          </a:xfrm>
          <a:prstGeom prst="rect">
            <a:avLst/>
          </a:prstGeom>
          <a:noFill/>
          <a:ln/>
        </p:spPr>
        <p:txBody>
          <a:bodyPr wrap="square" rtlCol="0" anchor="ctr"/>
          <a:lstStyle/>
          <a:p>
            <a:pPr marL="0" indent="0">
              <a:lnSpc>
                <a:spcPts val="1400"/>
              </a:lnSpc>
              <a:buNone/>
            </a:pPr>
            <a:r>
              <a:rPr lang="en-US" sz="950" dirty="0">
                <a:solidFill>
                  <a:srgbClr val="64748B"/>
                </a:solidFill>
                <a:latin typeface="Calibri" pitchFamily="34" charset="0"/>
                <a:ea typeface="Calibri" pitchFamily="34" charset="-122"/>
                <a:cs typeface="Calibri" pitchFamily="34" charset="-120"/>
              </a:rPr>
              <a:t>Every login, query, export, and schema modification is permanently archived for regulatory compliance.</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77479"/>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731520" y="336373"/>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8. REST API Reference Summary</a:t>
            </a:r>
            <a:endParaRPr lang="en-US" sz="2200" dirty="0"/>
          </a:p>
        </p:txBody>
      </p:sp>
      <p:sp>
        <p:nvSpPr>
          <p:cNvPr id="4" name="Shape 2"/>
          <p:cNvSpPr/>
          <p:nvPr/>
        </p:nvSpPr>
        <p:spPr>
          <a:xfrm>
            <a:off x="731520" y="792667"/>
            <a:ext cx="1645920" cy="45720"/>
          </a:xfrm>
          <a:prstGeom prst="rect">
            <a:avLst/>
          </a:prstGeom>
          <a:solidFill>
            <a:srgbClr val="0D9DA4"/>
          </a:solidFill>
          <a:ln w="12700">
            <a:solidFill>
              <a:srgbClr val="0D9DA4"/>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2400389497"/>
              </p:ext>
            </p:extLst>
          </p:nvPr>
        </p:nvGraphicFramePr>
        <p:xfrm>
          <a:off x="638001" y="989218"/>
          <a:ext cx="7435736" cy="4056022"/>
        </p:xfrm>
        <a:graphic>
          <a:graphicData uri="http://schemas.openxmlformats.org/drawingml/2006/table">
            <a:tbl>
              <a:tblPr/>
              <a:tblGrid>
                <a:gridCol w="1858934">
                  <a:extLst>
                    <a:ext uri="{9D8B030D-6E8A-4147-A177-3AD203B41FA5}">
                      <a16:colId xmlns:a16="http://schemas.microsoft.com/office/drawing/2014/main" val="20000"/>
                    </a:ext>
                  </a:extLst>
                </a:gridCol>
                <a:gridCol w="1858934">
                  <a:extLst>
                    <a:ext uri="{9D8B030D-6E8A-4147-A177-3AD203B41FA5}">
                      <a16:colId xmlns:a16="http://schemas.microsoft.com/office/drawing/2014/main" val="20001"/>
                    </a:ext>
                  </a:extLst>
                </a:gridCol>
                <a:gridCol w="1858934">
                  <a:extLst>
                    <a:ext uri="{9D8B030D-6E8A-4147-A177-3AD203B41FA5}">
                      <a16:colId xmlns:a16="http://schemas.microsoft.com/office/drawing/2014/main" val="20002"/>
                    </a:ext>
                  </a:extLst>
                </a:gridCol>
                <a:gridCol w="1858934">
                  <a:extLst>
                    <a:ext uri="{9D8B030D-6E8A-4147-A177-3AD203B41FA5}">
                      <a16:colId xmlns:a16="http://schemas.microsoft.com/office/drawing/2014/main" val="20003"/>
                    </a:ext>
                  </a:extLst>
                </a:gridCol>
              </a:tblGrid>
              <a:tr h="246022">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Method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Endpoint Path</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Authentication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Functional Description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POST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/api/auth/login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Public</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User login, returns JWT token &amp; role metadata</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GET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/api/connections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Bearer JWT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List all database connections accessible to user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POST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/api/connections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Bearer (Admin)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Create a new database connection instance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POST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/api/connections/:id/query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Bearer JWT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Execute SQL/MQL query with AST safety check</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GET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/api/connections/:id/objects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Bearer JWT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Fetch tables, views, procedures, and indexes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GET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/api/connections/:id/table/:name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Bearer JWT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Fetch table rows, columns, and pagination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GET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/api/connections/:id/binlog</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Bearer JWT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Fetch historical and live Binlog CDC records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GET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/api/connections/:id/stats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Bearer JWT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Fetch live server telemetry and health stats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GET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/api/history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Bearer JWT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Fetch user query execution history and latency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r h="302711">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GET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/api/slow-queries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Bearer JWT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Fetch captured slow queries with tuning tips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6" name="Text 3"/>
          <p:cNvSpPr/>
          <p:nvPr/>
        </p:nvSpPr>
        <p:spPr>
          <a:xfrm>
            <a:off x="731520" y="6400800"/>
            <a:ext cx="10515600" cy="274320"/>
          </a:xfrm>
          <a:prstGeom prst="rect">
            <a:avLst/>
          </a:prstGeom>
          <a:noFill/>
          <a:ln/>
        </p:spPr>
        <p:txBody>
          <a:bodyPr wrap="square"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Database Management System | Page 17 of 30 | Confidential © 2026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20040"/>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228611" y="558136"/>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10. Multi-Engine Database Drivers &amp; Capabilities</a:t>
            </a:r>
            <a:endParaRPr lang="en-US" sz="2200" dirty="0"/>
          </a:p>
        </p:txBody>
      </p:sp>
      <p:sp>
        <p:nvSpPr>
          <p:cNvPr id="4" name="Shape 2"/>
          <p:cNvSpPr/>
          <p:nvPr/>
        </p:nvSpPr>
        <p:spPr>
          <a:xfrm>
            <a:off x="349135" y="1118206"/>
            <a:ext cx="6544033" cy="50292"/>
          </a:xfrm>
          <a:prstGeom prst="rect">
            <a:avLst/>
          </a:prstGeom>
          <a:solidFill>
            <a:srgbClr val="0D9DA4"/>
          </a:solidFill>
          <a:ln w="12700">
            <a:solidFill>
              <a:srgbClr val="0D9DA4"/>
            </a:solidFill>
            <a:prstDash val="solid"/>
          </a:ln>
        </p:spPr>
      </p:sp>
      <p:sp>
        <p:nvSpPr>
          <p:cNvPr id="5" name="Shape 3"/>
          <p:cNvSpPr/>
          <p:nvPr/>
        </p:nvSpPr>
        <p:spPr>
          <a:xfrm>
            <a:off x="272236" y="1417320"/>
            <a:ext cx="2061555" cy="3086100"/>
          </a:xfrm>
          <a:prstGeom prst="roundRect">
            <a:avLst/>
          </a:prstGeom>
          <a:solidFill>
            <a:srgbClr val="FFFFFF"/>
          </a:solidFill>
          <a:ln w="12700">
            <a:solidFill>
              <a:srgbClr val="E2E8F0"/>
            </a:solidFill>
            <a:prstDash val="solid"/>
          </a:ln>
        </p:spPr>
        <p:txBody>
          <a:bodyPr/>
          <a:lstStyle/>
          <a:p>
            <a:endParaRPr lang="en-US" dirty="0"/>
          </a:p>
        </p:txBody>
      </p:sp>
      <p:sp>
        <p:nvSpPr>
          <p:cNvPr id="6" name="Text 4"/>
          <p:cNvSpPr/>
          <p:nvPr/>
        </p:nvSpPr>
        <p:spPr>
          <a:xfrm>
            <a:off x="471746" y="1613916"/>
            <a:ext cx="1205345" cy="365760"/>
          </a:xfrm>
          <a:prstGeom prst="rect">
            <a:avLst/>
          </a:prstGeom>
          <a:noFill/>
          <a:ln/>
        </p:spPr>
        <p:txBody>
          <a:bodyPr wrap="square" rtlCol="0" anchor="ctr"/>
          <a:lstStyle/>
          <a:p>
            <a:pPr marL="0" indent="0">
              <a:buNone/>
            </a:pPr>
            <a:r>
              <a:rPr lang="en-US" sz="1600" b="1" dirty="0">
                <a:solidFill>
                  <a:srgbClr val="0D9DA4"/>
                </a:solidFill>
                <a:latin typeface="Arial" pitchFamily="34" charset="0"/>
                <a:ea typeface="Arial" pitchFamily="34" charset="-122"/>
                <a:cs typeface="Arial" pitchFamily="34" charset="-120"/>
              </a:rPr>
              <a:t>MySQL</a:t>
            </a:r>
            <a:endParaRPr lang="en-US" sz="1600" dirty="0"/>
          </a:p>
        </p:txBody>
      </p:sp>
      <p:sp>
        <p:nvSpPr>
          <p:cNvPr id="7" name="Text 5"/>
          <p:cNvSpPr/>
          <p:nvPr/>
        </p:nvSpPr>
        <p:spPr>
          <a:xfrm>
            <a:off x="471746" y="2057400"/>
            <a:ext cx="1523310" cy="210312"/>
          </a:xfrm>
          <a:prstGeom prst="rect">
            <a:avLst/>
          </a:prstGeom>
          <a:noFill/>
          <a:ln/>
        </p:spPr>
        <p:txBody>
          <a:bodyPr wrap="square" rtlCol="0" anchor="ctr"/>
          <a:lstStyle/>
          <a:p>
            <a:pPr marL="0" indent="0">
              <a:buNone/>
            </a:pPr>
            <a:r>
              <a:rPr lang="en-US" sz="1100" b="1" dirty="0">
                <a:solidFill>
                  <a:srgbClr val="475569"/>
                </a:solidFill>
                <a:latin typeface="Calibri" pitchFamily="34" charset="0"/>
                <a:ea typeface="Calibri" pitchFamily="34" charset="-122"/>
                <a:cs typeface="Calibri" pitchFamily="34" charset="-120"/>
              </a:rPr>
              <a:t>mysql2 Pool</a:t>
            </a:r>
            <a:endParaRPr lang="en-US" sz="1100" dirty="0"/>
          </a:p>
        </p:txBody>
      </p:sp>
      <p:sp>
        <p:nvSpPr>
          <p:cNvPr id="8" name="Text 6"/>
          <p:cNvSpPr/>
          <p:nvPr/>
        </p:nvSpPr>
        <p:spPr>
          <a:xfrm>
            <a:off x="561110" y="2377440"/>
            <a:ext cx="1523310" cy="164592"/>
          </a:xfrm>
          <a:prstGeom prst="rect">
            <a:avLst/>
          </a:prstGeom>
          <a:noFill/>
          <a:ln/>
        </p:spPr>
        <p:txBody>
          <a:bodyPr wrap="square" rtlCol="0" anchor="ctr"/>
          <a:lstStyle/>
          <a:p>
            <a:r>
              <a:rPr lang="en-US" sz="1000" dirty="0" err="1">
                <a:solidFill>
                  <a:srgbClr val="64748B"/>
                </a:solidFill>
                <a:latin typeface="Calibri" pitchFamily="34" charset="0"/>
                <a:ea typeface="Calibri" pitchFamily="34" charset="-122"/>
                <a:cs typeface="Calibri" pitchFamily="34" charset="-120"/>
              </a:rPr>
              <a:t>Relationa</a:t>
            </a:r>
            <a:r>
              <a:rPr lang="en-US" sz="1000" dirty="0">
                <a:solidFill>
                  <a:srgbClr val="64748B"/>
                </a:solidFill>
                <a:latin typeface="Calibri" pitchFamily="34" charset="0"/>
                <a:ea typeface="Calibri" pitchFamily="34" charset="-122"/>
                <a:cs typeface="Calibri" pitchFamily="34" charset="-120"/>
              </a:rPr>
              <a:t> (RDBMS) l</a:t>
            </a:r>
            <a:endParaRPr lang="en-US" sz="1000" dirty="0"/>
          </a:p>
        </p:txBody>
      </p:sp>
      <p:sp>
        <p:nvSpPr>
          <p:cNvPr id="9" name="Shape 7"/>
          <p:cNvSpPr/>
          <p:nvPr/>
        </p:nvSpPr>
        <p:spPr>
          <a:xfrm flipV="1">
            <a:off x="421691" y="2724912"/>
            <a:ext cx="1762644" cy="45719"/>
          </a:xfrm>
          <a:prstGeom prst="rect">
            <a:avLst/>
          </a:prstGeom>
          <a:solidFill>
            <a:srgbClr val="E2E8F0"/>
          </a:solidFill>
          <a:ln/>
        </p:spPr>
      </p:sp>
      <p:sp>
        <p:nvSpPr>
          <p:cNvPr id="10" name="Text 8"/>
          <p:cNvSpPr/>
          <p:nvPr/>
        </p:nvSpPr>
        <p:spPr>
          <a:xfrm>
            <a:off x="471746" y="2834640"/>
            <a:ext cx="1936867" cy="1577340"/>
          </a:xfrm>
          <a:prstGeom prst="rect">
            <a:avLst/>
          </a:prstGeom>
          <a:noFill/>
          <a:ln/>
        </p:spPr>
        <p:txBody>
          <a:bodyPr wrap="square" rtlCol="0" anchor="ctr"/>
          <a:lstStyle/>
          <a:p>
            <a:pPr marL="0" indent="0">
              <a:lnSpc>
                <a:spcPts val="1600"/>
              </a:lnSpc>
              <a:buNone/>
            </a:pPr>
            <a:r>
              <a:rPr lang="en-US" sz="1000" dirty="0">
                <a:solidFill>
                  <a:srgbClr val="334155"/>
                </a:solidFill>
                <a:latin typeface="Calibri" pitchFamily="34" charset="0"/>
                <a:ea typeface="Calibri" pitchFamily="34" charset="-122"/>
                <a:cs typeface="Calibri" pitchFamily="34" charset="-120"/>
              </a:rPr>
              <a:t>Connection pooling, binary log replication stream, InnoDB schema discovery, explain format=JSON, transaction support.</a:t>
            </a:r>
            <a:endParaRPr lang="en-US" sz="1000" dirty="0"/>
          </a:p>
        </p:txBody>
      </p:sp>
      <p:sp>
        <p:nvSpPr>
          <p:cNvPr id="11" name="Shape 9"/>
          <p:cNvSpPr/>
          <p:nvPr/>
        </p:nvSpPr>
        <p:spPr>
          <a:xfrm>
            <a:off x="2608123" y="1360170"/>
            <a:ext cx="2098962" cy="3188970"/>
          </a:xfrm>
          <a:prstGeom prst="roundRect">
            <a:avLst/>
          </a:prstGeom>
          <a:solidFill>
            <a:srgbClr val="FFFFFF"/>
          </a:solidFill>
          <a:ln w="12700">
            <a:solidFill>
              <a:srgbClr val="E2E8F0"/>
            </a:solidFill>
            <a:prstDash val="solid"/>
          </a:ln>
        </p:spPr>
      </p:sp>
      <p:sp>
        <p:nvSpPr>
          <p:cNvPr id="12" name="Text 10"/>
          <p:cNvSpPr/>
          <p:nvPr/>
        </p:nvSpPr>
        <p:spPr>
          <a:xfrm>
            <a:off x="2992582" y="1645920"/>
            <a:ext cx="1579418" cy="365760"/>
          </a:xfrm>
          <a:prstGeom prst="rect">
            <a:avLst/>
          </a:prstGeom>
          <a:noFill/>
          <a:ln/>
        </p:spPr>
        <p:txBody>
          <a:bodyPr wrap="square" rtlCol="0" anchor="ctr"/>
          <a:lstStyle/>
          <a:p>
            <a:pPr marL="0" indent="0">
              <a:buNone/>
            </a:pPr>
            <a:r>
              <a:rPr lang="en-US" sz="1600" b="1" dirty="0">
                <a:solidFill>
                  <a:srgbClr val="0D9DA4"/>
                </a:solidFill>
                <a:latin typeface="Arial" pitchFamily="34" charset="0"/>
                <a:ea typeface="Arial" pitchFamily="34" charset="-122"/>
                <a:cs typeface="Arial" pitchFamily="34" charset="-120"/>
              </a:rPr>
              <a:t>PostgreSQL</a:t>
            </a:r>
            <a:endParaRPr lang="en-US" sz="1600" dirty="0"/>
          </a:p>
        </p:txBody>
      </p:sp>
      <p:sp>
        <p:nvSpPr>
          <p:cNvPr id="13" name="Text 11"/>
          <p:cNvSpPr/>
          <p:nvPr/>
        </p:nvSpPr>
        <p:spPr>
          <a:xfrm>
            <a:off x="2992582" y="2057400"/>
            <a:ext cx="1612672" cy="240030"/>
          </a:xfrm>
          <a:prstGeom prst="rect">
            <a:avLst/>
          </a:prstGeom>
          <a:noFill/>
          <a:ln/>
        </p:spPr>
        <p:txBody>
          <a:bodyPr wrap="square" rtlCol="0" anchor="ctr"/>
          <a:lstStyle/>
          <a:p>
            <a:pPr marL="0" indent="0">
              <a:buNone/>
            </a:pPr>
            <a:r>
              <a:rPr lang="en-US" sz="1100" b="1" dirty="0">
                <a:solidFill>
                  <a:srgbClr val="475569"/>
                </a:solidFill>
                <a:latin typeface="Calibri" pitchFamily="34" charset="0"/>
                <a:ea typeface="Calibri" pitchFamily="34" charset="-122"/>
                <a:cs typeface="Calibri" pitchFamily="34" charset="-120"/>
              </a:rPr>
              <a:t>pg (node-postgres)</a:t>
            </a:r>
            <a:endParaRPr lang="en-US" sz="1100" dirty="0"/>
          </a:p>
        </p:txBody>
      </p:sp>
      <p:sp>
        <p:nvSpPr>
          <p:cNvPr id="14" name="Text 12"/>
          <p:cNvSpPr/>
          <p:nvPr/>
        </p:nvSpPr>
        <p:spPr>
          <a:xfrm>
            <a:off x="3063240" y="2308860"/>
            <a:ext cx="1508760" cy="3703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Object-Relational</a:t>
            </a:r>
            <a:endParaRPr lang="en-US" sz="1000" dirty="0"/>
          </a:p>
        </p:txBody>
      </p:sp>
      <p:sp>
        <p:nvSpPr>
          <p:cNvPr id="15" name="Shape 13"/>
          <p:cNvSpPr/>
          <p:nvPr/>
        </p:nvSpPr>
        <p:spPr>
          <a:xfrm>
            <a:off x="2732804" y="2733000"/>
            <a:ext cx="1787242" cy="45719"/>
          </a:xfrm>
          <a:prstGeom prst="rect">
            <a:avLst/>
          </a:prstGeom>
          <a:solidFill>
            <a:srgbClr val="E2E8F0"/>
          </a:solidFill>
          <a:ln/>
        </p:spPr>
      </p:sp>
      <p:sp>
        <p:nvSpPr>
          <p:cNvPr id="16" name="Text 14"/>
          <p:cNvSpPr/>
          <p:nvPr/>
        </p:nvSpPr>
        <p:spPr>
          <a:xfrm>
            <a:off x="2784759" y="2834640"/>
            <a:ext cx="1735287" cy="1418359"/>
          </a:xfrm>
          <a:prstGeom prst="rect">
            <a:avLst/>
          </a:prstGeom>
          <a:noFill/>
          <a:ln/>
        </p:spPr>
        <p:txBody>
          <a:bodyPr wrap="square" rtlCol="0" anchor="ctr"/>
          <a:lstStyle/>
          <a:p>
            <a:pPr marL="0" indent="0">
              <a:lnSpc>
                <a:spcPts val="1600"/>
              </a:lnSpc>
              <a:buNone/>
            </a:pPr>
            <a:r>
              <a:rPr lang="en-US" sz="1000" dirty="0">
                <a:solidFill>
                  <a:srgbClr val="334155"/>
                </a:solidFill>
                <a:latin typeface="Calibri" pitchFamily="34" charset="0"/>
                <a:ea typeface="Calibri" pitchFamily="34" charset="-122"/>
                <a:cs typeface="Calibri" pitchFamily="34" charset="-120"/>
              </a:rPr>
              <a:t>Search path schemas, JSONB columns, EXPLAIN ANALYZE execution cost, pg_stat_activity monitoring.</a:t>
            </a:r>
            <a:endParaRPr lang="en-US" sz="1000" dirty="0"/>
          </a:p>
        </p:txBody>
      </p:sp>
      <p:sp>
        <p:nvSpPr>
          <p:cNvPr id="17" name="Shape 15"/>
          <p:cNvSpPr/>
          <p:nvPr/>
        </p:nvSpPr>
        <p:spPr>
          <a:xfrm>
            <a:off x="4941917" y="1445583"/>
            <a:ext cx="2047015" cy="2999648"/>
          </a:xfrm>
          <a:prstGeom prst="roundRect">
            <a:avLst/>
          </a:prstGeom>
          <a:solidFill>
            <a:srgbClr val="FFFFFF"/>
          </a:solidFill>
          <a:ln w="12700">
            <a:solidFill>
              <a:srgbClr val="E2E8F0"/>
            </a:solidFill>
            <a:prstDash val="solid"/>
          </a:ln>
        </p:spPr>
        <p:txBody>
          <a:bodyPr/>
          <a:lstStyle/>
          <a:p>
            <a:endParaRPr lang="en-US" dirty="0"/>
          </a:p>
        </p:txBody>
      </p:sp>
      <p:sp>
        <p:nvSpPr>
          <p:cNvPr id="18" name="Text 16"/>
          <p:cNvSpPr/>
          <p:nvPr/>
        </p:nvSpPr>
        <p:spPr>
          <a:xfrm>
            <a:off x="5340927" y="1645920"/>
            <a:ext cx="1423555" cy="365760"/>
          </a:xfrm>
          <a:prstGeom prst="rect">
            <a:avLst/>
          </a:prstGeom>
          <a:noFill/>
          <a:ln/>
        </p:spPr>
        <p:txBody>
          <a:bodyPr wrap="square" rtlCol="0" anchor="ctr"/>
          <a:lstStyle/>
          <a:p>
            <a:pPr marL="0" indent="0">
              <a:buNone/>
            </a:pPr>
            <a:r>
              <a:rPr lang="en-US" sz="1600" b="1" dirty="0">
                <a:solidFill>
                  <a:srgbClr val="0D9DA4"/>
                </a:solidFill>
                <a:latin typeface="Arial" pitchFamily="34" charset="0"/>
                <a:ea typeface="Arial" pitchFamily="34" charset="-122"/>
                <a:cs typeface="Arial" pitchFamily="34" charset="-120"/>
              </a:rPr>
              <a:t>MongoDB</a:t>
            </a:r>
            <a:endParaRPr lang="en-US" sz="1600" dirty="0"/>
          </a:p>
        </p:txBody>
      </p:sp>
      <p:sp>
        <p:nvSpPr>
          <p:cNvPr id="19" name="Text 17"/>
          <p:cNvSpPr/>
          <p:nvPr/>
        </p:nvSpPr>
        <p:spPr>
          <a:xfrm>
            <a:off x="5340927" y="2057400"/>
            <a:ext cx="1423555" cy="192024"/>
          </a:xfrm>
          <a:prstGeom prst="rect">
            <a:avLst/>
          </a:prstGeom>
          <a:noFill/>
          <a:ln/>
        </p:spPr>
        <p:txBody>
          <a:bodyPr wrap="square" rtlCol="0" anchor="ctr"/>
          <a:lstStyle/>
          <a:p>
            <a:pPr marL="0" indent="0">
              <a:buNone/>
            </a:pPr>
            <a:r>
              <a:rPr lang="en-US" sz="1100" b="1" dirty="0">
                <a:solidFill>
                  <a:srgbClr val="475569"/>
                </a:solidFill>
                <a:latin typeface="Calibri" pitchFamily="34" charset="0"/>
                <a:ea typeface="Calibri" pitchFamily="34" charset="-122"/>
                <a:cs typeface="Calibri" pitchFamily="34" charset="-120"/>
              </a:rPr>
              <a:t>mongodb native v7</a:t>
            </a:r>
            <a:endParaRPr lang="en-US" sz="1100" dirty="0"/>
          </a:p>
        </p:txBody>
      </p:sp>
      <p:sp>
        <p:nvSpPr>
          <p:cNvPr id="20" name="Text 18"/>
          <p:cNvSpPr/>
          <p:nvPr/>
        </p:nvSpPr>
        <p:spPr>
          <a:xfrm>
            <a:off x="5486411" y="2377440"/>
            <a:ext cx="1579408" cy="16459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Document NoSQL</a:t>
            </a:r>
            <a:endParaRPr lang="en-US" sz="1000" dirty="0"/>
          </a:p>
        </p:txBody>
      </p:sp>
      <p:sp>
        <p:nvSpPr>
          <p:cNvPr id="21" name="Shape 19"/>
          <p:cNvSpPr/>
          <p:nvPr/>
        </p:nvSpPr>
        <p:spPr>
          <a:xfrm>
            <a:off x="5074924" y="2724911"/>
            <a:ext cx="1689558" cy="45719"/>
          </a:xfrm>
          <a:prstGeom prst="rect">
            <a:avLst/>
          </a:prstGeom>
          <a:solidFill>
            <a:srgbClr val="E2E8F0"/>
          </a:solidFill>
          <a:ln/>
        </p:spPr>
      </p:sp>
      <p:sp>
        <p:nvSpPr>
          <p:cNvPr id="22" name="Text 20"/>
          <p:cNvSpPr/>
          <p:nvPr/>
        </p:nvSpPr>
        <p:spPr>
          <a:xfrm>
            <a:off x="5101937" y="2834640"/>
            <a:ext cx="1566149" cy="1604772"/>
          </a:xfrm>
          <a:prstGeom prst="rect">
            <a:avLst/>
          </a:prstGeom>
          <a:noFill/>
          <a:ln/>
        </p:spPr>
        <p:txBody>
          <a:bodyPr wrap="square" rtlCol="0" anchor="ctr"/>
          <a:lstStyle/>
          <a:p>
            <a:pPr marL="0" indent="0">
              <a:lnSpc>
                <a:spcPts val="1600"/>
              </a:lnSpc>
              <a:buNone/>
            </a:pPr>
            <a:r>
              <a:rPr lang="en-US" sz="1000" dirty="0">
                <a:solidFill>
                  <a:srgbClr val="334155"/>
                </a:solidFill>
                <a:latin typeface="Calibri" pitchFamily="34" charset="0"/>
                <a:ea typeface="Calibri" pitchFamily="34" charset="-122"/>
                <a:cs typeface="Calibri" pitchFamily="34" charset="-120"/>
              </a:rPr>
              <a:t>MQL shell command execution, find/aggregate pipelines, collections inspector, WiredTiger cache metrics.</a:t>
            </a:r>
            <a:endParaRPr lang="en-US" sz="1000" dirty="0"/>
          </a:p>
        </p:txBody>
      </p:sp>
      <p:sp>
        <p:nvSpPr>
          <p:cNvPr id="23" name="Shape 21"/>
          <p:cNvSpPr/>
          <p:nvPr/>
        </p:nvSpPr>
        <p:spPr>
          <a:xfrm>
            <a:off x="7163492" y="1317983"/>
            <a:ext cx="1801787" cy="3127248"/>
          </a:xfrm>
          <a:prstGeom prst="roundRect">
            <a:avLst/>
          </a:prstGeom>
          <a:solidFill>
            <a:srgbClr val="FFFFFF"/>
          </a:solidFill>
          <a:ln w="12700">
            <a:solidFill>
              <a:srgbClr val="E2E8F0"/>
            </a:solidFill>
            <a:prstDash val="solid"/>
          </a:ln>
        </p:spPr>
      </p:sp>
      <p:sp>
        <p:nvSpPr>
          <p:cNvPr id="24" name="Text 22"/>
          <p:cNvSpPr/>
          <p:nvPr/>
        </p:nvSpPr>
        <p:spPr>
          <a:xfrm>
            <a:off x="7167652" y="1591056"/>
            <a:ext cx="1839188" cy="411480"/>
          </a:xfrm>
          <a:prstGeom prst="rect">
            <a:avLst/>
          </a:prstGeom>
          <a:noFill/>
          <a:ln/>
        </p:spPr>
        <p:txBody>
          <a:bodyPr wrap="square" rtlCol="0" anchor="ctr"/>
          <a:lstStyle/>
          <a:p>
            <a:pPr marL="0" indent="0">
              <a:buNone/>
            </a:pPr>
            <a:r>
              <a:rPr lang="en-US" sz="1600" b="1" dirty="0">
                <a:solidFill>
                  <a:srgbClr val="0D9DA4"/>
                </a:solidFill>
                <a:latin typeface="Arial" pitchFamily="34" charset="0"/>
                <a:ea typeface="Arial" pitchFamily="34" charset="-122"/>
                <a:cs typeface="Arial" pitchFamily="34" charset="-120"/>
              </a:rPr>
              <a:t>Oracle Database</a:t>
            </a:r>
            <a:endParaRPr lang="en-US" sz="1600" dirty="0"/>
          </a:p>
        </p:txBody>
      </p:sp>
      <p:sp>
        <p:nvSpPr>
          <p:cNvPr id="25" name="Text 23"/>
          <p:cNvSpPr/>
          <p:nvPr/>
        </p:nvSpPr>
        <p:spPr>
          <a:xfrm>
            <a:off x="7360926" y="2057400"/>
            <a:ext cx="2670460" cy="118872"/>
          </a:xfrm>
          <a:prstGeom prst="rect">
            <a:avLst/>
          </a:prstGeom>
          <a:noFill/>
          <a:ln/>
        </p:spPr>
        <p:txBody>
          <a:bodyPr wrap="square" rtlCol="0" anchor="ctr"/>
          <a:lstStyle/>
          <a:p>
            <a:pPr marL="0" indent="0">
              <a:buNone/>
            </a:pPr>
            <a:r>
              <a:rPr lang="en-US" sz="1100" b="1" dirty="0">
                <a:solidFill>
                  <a:srgbClr val="475569"/>
                </a:solidFill>
                <a:latin typeface="Calibri" pitchFamily="34" charset="0"/>
                <a:ea typeface="Calibri" pitchFamily="34" charset="-122"/>
                <a:cs typeface="Calibri" pitchFamily="34" charset="-120"/>
              </a:rPr>
              <a:t>oracledb Thin Client</a:t>
            </a:r>
            <a:endParaRPr lang="en-US" sz="1100" dirty="0"/>
          </a:p>
        </p:txBody>
      </p:sp>
      <p:sp>
        <p:nvSpPr>
          <p:cNvPr id="26" name="Text 24"/>
          <p:cNvSpPr/>
          <p:nvPr/>
        </p:nvSpPr>
        <p:spPr>
          <a:xfrm>
            <a:off x="7496011" y="2331720"/>
            <a:ext cx="1510829" cy="34747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Enterprise RDBMS</a:t>
            </a:r>
            <a:endParaRPr lang="en-US" sz="1000" dirty="0"/>
          </a:p>
        </p:txBody>
      </p:sp>
      <p:sp>
        <p:nvSpPr>
          <p:cNvPr id="27" name="Shape 25"/>
          <p:cNvSpPr/>
          <p:nvPr/>
        </p:nvSpPr>
        <p:spPr>
          <a:xfrm>
            <a:off x="7311395" y="2724911"/>
            <a:ext cx="1510829" cy="45719"/>
          </a:xfrm>
          <a:prstGeom prst="rect">
            <a:avLst/>
          </a:prstGeom>
          <a:solidFill>
            <a:srgbClr val="E2E8F0"/>
          </a:solidFill>
          <a:ln/>
        </p:spPr>
      </p:sp>
      <p:sp>
        <p:nvSpPr>
          <p:cNvPr id="28" name="Text 26"/>
          <p:cNvSpPr/>
          <p:nvPr/>
        </p:nvSpPr>
        <p:spPr>
          <a:xfrm>
            <a:off x="7375471" y="2834640"/>
            <a:ext cx="1903612" cy="1577340"/>
          </a:xfrm>
          <a:prstGeom prst="rect">
            <a:avLst/>
          </a:prstGeom>
          <a:noFill/>
          <a:ln/>
        </p:spPr>
        <p:txBody>
          <a:bodyPr wrap="square" rtlCol="0" anchor="ctr"/>
          <a:lstStyle/>
          <a:p>
            <a:pPr marL="0" indent="0">
              <a:lnSpc>
                <a:spcPts val="1600"/>
              </a:lnSpc>
              <a:buNone/>
            </a:pPr>
            <a:r>
              <a:rPr lang="en-US" sz="1000" dirty="0">
                <a:solidFill>
                  <a:srgbClr val="334155"/>
                </a:solidFill>
                <a:latin typeface="Calibri" pitchFamily="34" charset="0"/>
                <a:ea typeface="Calibri" pitchFamily="34" charset="-122"/>
                <a:cs typeface="Calibri" pitchFamily="34" charset="-120"/>
              </a:rPr>
              <a:t>USER_OBJECTS metadata queries, user constraints, ROWNUM / FETCH FIRST pagination, auto-commit handling.</a:t>
            </a:r>
            <a:endParaRPr lang="en-US" sz="1000" dirty="0"/>
          </a:p>
        </p:txBody>
      </p:sp>
      <p:sp>
        <p:nvSpPr>
          <p:cNvPr id="29" name="Text 27"/>
          <p:cNvSpPr/>
          <p:nvPr/>
        </p:nvSpPr>
        <p:spPr>
          <a:xfrm>
            <a:off x="731520" y="6400800"/>
            <a:ext cx="10515600" cy="274320"/>
          </a:xfrm>
          <a:prstGeom prst="rect">
            <a:avLst/>
          </a:prstGeom>
          <a:noFill/>
          <a:ln/>
        </p:spPr>
        <p:txBody>
          <a:bodyPr wrap="square"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Database Management System | Page 18 of 30 | Confidential © 2026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20040"/>
            <a:ext cx="91440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DBMS — Database Management System | SOP &amp; POC</a:t>
            </a:r>
            <a:endParaRPr lang="en-US" sz="900" dirty="0"/>
          </a:p>
        </p:txBody>
      </p:sp>
      <p:sp>
        <p:nvSpPr>
          <p:cNvPr id="3" name="Text 1"/>
          <p:cNvSpPr/>
          <p:nvPr/>
        </p:nvSpPr>
        <p:spPr>
          <a:xfrm>
            <a:off x="791480" y="59436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11. Rate Limiting &amp; 12. Environment Reference</a:t>
            </a:r>
            <a:endParaRPr lang="en-US" sz="2200" dirty="0"/>
          </a:p>
        </p:txBody>
      </p:sp>
      <p:sp>
        <p:nvSpPr>
          <p:cNvPr id="4" name="Shape 2"/>
          <p:cNvSpPr/>
          <p:nvPr/>
        </p:nvSpPr>
        <p:spPr>
          <a:xfrm>
            <a:off x="671559" y="1143000"/>
            <a:ext cx="6309360" cy="45719"/>
          </a:xfrm>
          <a:prstGeom prst="rect">
            <a:avLst/>
          </a:prstGeom>
          <a:solidFill>
            <a:srgbClr val="0D9DA4"/>
          </a:solidFill>
          <a:ln w="12700">
            <a:solidFill>
              <a:srgbClr val="0D9DA4"/>
            </a:solidFill>
            <a:prstDash val="solid"/>
          </a:ln>
        </p:spPr>
      </p:sp>
      <p:sp>
        <p:nvSpPr>
          <p:cNvPr id="5" name="Text 3"/>
          <p:cNvSpPr/>
          <p:nvPr/>
        </p:nvSpPr>
        <p:spPr>
          <a:xfrm>
            <a:off x="640080" y="1347363"/>
            <a:ext cx="5120640" cy="320040"/>
          </a:xfrm>
          <a:prstGeom prst="rect">
            <a:avLst/>
          </a:prstGeom>
          <a:noFill/>
          <a:ln/>
        </p:spPr>
        <p:txBody>
          <a:bodyPr wrap="square" rtlCol="0" anchor="ctr"/>
          <a:lstStyle/>
          <a:p>
            <a:pPr marL="0" indent="0">
              <a:buNone/>
            </a:pPr>
            <a:r>
              <a:rPr lang="en-US" sz="1200" b="1" dirty="0">
                <a:solidFill>
                  <a:srgbClr val="0D9DA4"/>
                </a:solidFill>
                <a:latin typeface="Arial" pitchFamily="34" charset="0"/>
                <a:ea typeface="Arial" pitchFamily="34" charset="-122"/>
                <a:cs typeface="Arial" pitchFamily="34" charset="-120"/>
              </a:rPr>
              <a:t>11. API Rate Limiting Configuration</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239319622"/>
              </p:ext>
            </p:extLst>
          </p:nvPr>
        </p:nvGraphicFramePr>
        <p:xfrm>
          <a:off x="731520" y="1737360"/>
          <a:ext cx="3736572" cy="3260670"/>
        </p:xfrm>
        <a:graphic>
          <a:graphicData uri="http://schemas.openxmlformats.org/drawingml/2006/table">
            <a:tbl>
              <a:tblPr/>
              <a:tblGrid>
                <a:gridCol w="1245524">
                  <a:extLst>
                    <a:ext uri="{9D8B030D-6E8A-4147-A177-3AD203B41FA5}">
                      <a16:colId xmlns:a16="http://schemas.microsoft.com/office/drawing/2014/main" val="20000"/>
                    </a:ext>
                  </a:extLst>
                </a:gridCol>
                <a:gridCol w="1245524">
                  <a:extLst>
                    <a:ext uri="{9D8B030D-6E8A-4147-A177-3AD203B41FA5}">
                      <a16:colId xmlns:a16="http://schemas.microsoft.com/office/drawing/2014/main" val="20001"/>
                    </a:ext>
                  </a:extLst>
                </a:gridCol>
                <a:gridCol w="1245524">
                  <a:extLst>
                    <a:ext uri="{9D8B030D-6E8A-4147-A177-3AD203B41FA5}">
                      <a16:colId xmlns:a16="http://schemas.microsoft.com/office/drawing/2014/main" val="20002"/>
                    </a:ext>
                  </a:extLst>
                </a:gridCol>
              </a:tblGrid>
              <a:tr h="543445">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Limiter Policy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Time Window</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Max Requests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54344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Global API Routes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15 Minutes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100,000 / IP</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4344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Authentication (Login)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15 Minutes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100 / IP</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4344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Query Execution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15 Minutes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5,000 / IP</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4344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Database Backup / Export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 Hour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50 / IP</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54344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Admin Management Routes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15 Minutes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10,000 / IP</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4681344" y="1371600"/>
            <a:ext cx="4239494" cy="274320"/>
          </a:xfrm>
          <a:prstGeom prst="rect">
            <a:avLst/>
          </a:prstGeom>
          <a:noFill/>
          <a:ln/>
        </p:spPr>
        <p:txBody>
          <a:bodyPr wrap="square" rtlCol="0" anchor="ctr"/>
          <a:lstStyle/>
          <a:p>
            <a:pPr marL="0" indent="0">
              <a:buNone/>
            </a:pPr>
            <a:r>
              <a:rPr lang="en-US" sz="1200" b="1" dirty="0">
                <a:solidFill>
                  <a:srgbClr val="0D9DA4"/>
                </a:solidFill>
                <a:latin typeface="Arial" pitchFamily="34" charset="0"/>
                <a:ea typeface="Arial" pitchFamily="34" charset="-122"/>
                <a:cs typeface="Arial" pitchFamily="34" charset="-120"/>
              </a:rPr>
              <a:t>12. Environment Configuration Reference</a:t>
            </a:r>
            <a:endParaRPr lang="en-US" sz="1200" dirty="0"/>
          </a:p>
        </p:txBody>
      </p:sp>
      <p:graphicFrame>
        <p:nvGraphicFramePr>
          <p:cNvPr id="39" name="Table 1"/>
          <p:cNvGraphicFramePr>
            <a:graphicFrameLocks noGrp="1"/>
          </p:cNvGraphicFramePr>
          <p:nvPr>
            <p:extLst>
              <p:ext uri="{D42A27DB-BD31-4B8C-83A1-F6EECF244321}">
                <p14:modId xmlns:p14="http://schemas.microsoft.com/office/powerpoint/2010/main" val="3927141697"/>
              </p:ext>
            </p:extLst>
          </p:nvPr>
        </p:nvGraphicFramePr>
        <p:xfrm>
          <a:off x="4779818" y="1737359"/>
          <a:ext cx="4239494" cy="3294595"/>
        </p:xfrm>
        <a:graphic>
          <a:graphicData uri="http://schemas.openxmlformats.org/drawingml/2006/table">
            <a:tbl>
              <a:tblPr/>
              <a:tblGrid>
                <a:gridCol w="2119747">
                  <a:extLst>
                    <a:ext uri="{9D8B030D-6E8A-4147-A177-3AD203B41FA5}">
                      <a16:colId xmlns:a16="http://schemas.microsoft.com/office/drawing/2014/main" val="20000"/>
                    </a:ext>
                  </a:extLst>
                </a:gridCol>
                <a:gridCol w="2119747">
                  <a:extLst>
                    <a:ext uri="{9D8B030D-6E8A-4147-A177-3AD203B41FA5}">
                      <a16:colId xmlns:a16="http://schemas.microsoft.com/office/drawing/2014/main" val="20001"/>
                    </a:ext>
                  </a:extLst>
                </a:gridCol>
              </a:tblGrid>
              <a:tr h="332820">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Variable Key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950" b="1" dirty="0">
                          <a:solidFill>
                            <a:srgbClr val="000000"/>
                          </a:solidFill>
                          <a:latin typeface="Calibri" pitchFamily="34" charset="0"/>
                          <a:ea typeface="Calibri" pitchFamily="34" charset="-122"/>
                          <a:cs typeface="Calibri" pitchFamily="34" charset="-120"/>
                        </a:rPr>
                        <a:t>Purpose / Function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410999">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PORT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Backend Express server listening port (Default: 5001)</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0611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MONGO_URI</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App metadata store (mongodb://127.0.0.1:27017/dbmanager)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66747">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JWT_SECRET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Cryptographic secret key for signing auth tokens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10999">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FRONTEND_URL</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Client origin for CORS whitelist (http://localhost:5173)</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10999">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SMTP_HOST / USER / PASS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Nodemailer configuration for email alerts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10999">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SLACK_WEBHOOK_URL</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Slack channel incoming webhook for critical alerts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410999">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DISCORD_WEBHOOK_URL</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Discord channel webhook for server status alerts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Text 5"/>
          <p:cNvSpPr/>
          <p:nvPr/>
        </p:nvSpPr>
        <p:spPr>
          <a:xfrm>
            <a:off x="731520" y="6400800"/>
            <a:ext cx="10515600" cy="274320"/>
          </a:xfrm>
          <a:prstGeom prst="rect">
            <a:avLst/>
          </a:prstGeom>
          <a:noFill/>
          <a:ln/>
        </p:spPr>
        <p:txBody>
          <a:bodyPr wrap="square"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Database Management System | Page 19 of 30 | Confidential © 2026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280557"/>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DOCUMENT INFORMATION &amp; CONCLUSION</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87069569"/>
              </p:ext>
            </p:extLst>
          </p:nvPr>
        </p:nvGraphicFramePr>
        <p:xfrm>
          <a:off x="332509" y="1043248"/>
          <a:ext cx="8375072" cy="3217023"/>
        </p:xfrm>
        <a:graphic>
          <a:graphicData uri="http://schemas.openxmlformats.org/drawingml/2006/table">
            <a:tbl>
              <a:tblPr/>
              <a:tblGrid>
                <a:gridCol w="4187536">
                  <a:extLst>
                    <a:ext uri="{9D8B030D-6E8A-4147-A177-3AD203B41FA5}">
                      <a16:colId xmlns:a16="http://schemas.microsoft.com/office/drawing/2014/main" val="20000"/>
                    </a:ext>
                  </a:extLst>
                </a:gridCol>
                <a:gridCol w="4187536">
                  <a:extLst>
                    <a:ext uri="{9D8B030D-6E8A-4147-A177-3AD203B41FA5}">
                      <a16:colId xmlns:a16="http://schemas.microsoft.com/office/drawing/2014/main" val="20001"/>
                    </a:ext>
                  </a:extLst>
                </a:gridCol>
              </a:tblGrid>
              <a:tr h="357447">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Document Attribute</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334155"/>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Attribute Specification</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334155"/>
                    </a:solidFill>
                  </a:tcPr>
                </a:tc>
                <a:extLst>
                  <a:ext uri="{0D108BD9-81ED-4DB2-BD59-A6C34878D82A}">
                    <a16:rowId xmlns:a16="http://schemas.microsoft.com/office/drawing/2014/main" val="10000"/>
                  </a:ext>
                </a:extLst>
              </a:tr>
              <a:tr h="357447">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Document Title</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DBMS — Database Management System — SOP &amp; POC Application Flow</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1"/>
                  </a:ext>
                </a:extLst>
              </a:tr>
              <a:tr h="357447">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Document Version</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Version 1.0 (Production Release)</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2"/>
                  </a:ext>
                </a:extLst>
              </a:tr>
              <a:tr h="357447">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Release Date</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April 2026</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3"/>
                  </a:ext>
                </a:extLst>
              </a:tr>
              <a:tr h="357447">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Classification</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Confidential — Internal &amp; Stakeholders Only</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4"/>
                  </a:ext>
                </a:extLst>
              </a:tr>
              <a:tr h="357447">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Technical Architecture</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React 19, Node.js 24, Express 5, Socket.io, Multi-Engine Pools</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5"/>
                  </a:ext>
                </a:extLst>
              </a:tr>
              <a:tr h="357447">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Supported Engines</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MySQL, PostgreSQL, MongoDB, Oracle Database</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6"/>
                  </a:ext>
                </a:extLst>
              </a:tr>
              <a:tr h="357447">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Prepared By</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DBMS Engineering &amp; DBA Architecture Team</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7"/>
                  </a:ext>
                </a:extLst>
              </a:tr>
              <a:tr h="357447">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Reviewed By</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Technical Lead &amp; Product Management</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Shape 1"/>
          <p:cNvSpPr/>
          <p:nvPr/>
        </p:nvSpPr>
        <p:spPr>
          <a:xfrm>
            <a:off x="332509" y="4312226"/>
            <a:ext cx="8393777" cy="689956"/>
          </a:xfrm>
          <a:prstGeom prst="roundRect">
            <a:avLst/>
          </a:prstGeom>
          <a:solidFill>
            <a:srgbClr val="1E293B"/>
          </a:solidFill>
          <a:ln w="12700">
            <a:solidFill>
              <a:srgbClr val="334155"/>
            </a:solidFill>
            <a:prstDash val="solid"/>
          </a:ln>
        </p:spPr>
      </p:sp>
      <p:sp>
        <p:nvSpPr>
          <p:cNvPr id="5" name="Text 2"/>
          <p:cNvSpPr/>
          <p:nvPr/>
        </p:nvSpPr>
        <p:spPr>
          <a:xfrm>
            <a:off x="417714" y="4290405"/>
            <a:ext cx="9601200" cy="274320"/>
          </a:xfrm>
          <a:prstGeom prst="rect">
            <a:avLst/>
          </a:prstGeom>
          <a:noFill/>
          <a:ln/>
        </p:spPr>
        <p:txBody>
          <a:bodyPr wrap="square" rtlCol="0" anchor="ctr"/>
          <a:lstStyle/>
          <a:p>
            <a:pPr marL="0" indent="0">
              <a:buNone/>
            </a:pPr>
            <a:r>
              <a:rPr lang="en-US" sz="1100" b="1" dirty="0">
                <a:solidFill>
                  <a:srgbClr val="0D9DA4"/>
                </a:solidFill>
                <a:latin typeface="Arial" pitchFamily="34" charset="0"/>
                <a:ea typeface="Arial" pitchFamily="34" charset="-122"/>
                <a:cs typeface="Arial" pitchFamily="34" charset="-120"/>
              </a:rPr>
              <a:t>Summary Statement</a:t>
            </a:r>
            <a:endParaRPr lang="en-US" sz="1100" dirty="0"/>
          </a:p>
        </p:txBody>
      </p:sp>
      <p:sp>
        <p:nvSpPr>
          <p:cNvPr id="6" name="Text 3"/>
          <p:cNvSpPr/>
          <p:nvPr/>
        </p:nvSpPr>
        <p:spPr>
          <a:xfrm>
            <a:off x="448887" y="4590702"/>
            <a:ext cx="8393777" cy="4114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This document establishes the official architectural baseline, operational procedure, and functional specification for the Database Management System (DBMS) enterprise platform.</a:t>
            </a:r>
            <a:endParaRPr lang="en-US" sz="95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588</TotalTime>
  <Words>5739</Words>
  <Application>Microsoft Office PowerPoint</Application>
  <PresentationFormat>On-screen Show (16:9)</PresentationFormat>
  <Paragraphs>669</Paragraphs>
  <Slides>46</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Segoe WPC</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Database Management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 Portal - SOP &amp; POC Presentation</dc:title>
  <dc:subject>PptxGenJS Presentation</dc:subject>
  <dc:creator>DBMS Development Team</dc:creator>
  <cp:lastModifiedBy>Vishal shakyavanshi</cp:lastModifiedBy>
  <cp:revision>44</cp:revision>
  <dcterms:created xsi:type="dcterms:W3CDTF">2026-09-29T09:18:57Z</dcterms:created>
  <dcterms:modified xsi:type="dcterms:W3CDTF">2026-10-03T06:53:30Z</dcterms:modified>
</cp:coreProperties>
</file>