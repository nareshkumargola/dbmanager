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5173/present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🗄️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DA4"/>
                </a:solidFill>
              </a:rPr>
              <a:t>DATABASE MANAGEMENT WORKSPACE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Unified Administration &amp; Auditing for Relational &amp; Document DBs</a:t>
            </a:r>
            <a:endParaRPr lang="en-US" sz="1500" dirty="0"/>
          </a:p>
        </p:txBody>
      </p:sp>
      <p:sp>
        <p:nvSpPr>
          <p:cNvPr id="5" name="Text 3">
            <a:hlinkClick r:id="rId1" tooltip="Click to open slide transitions in browser"/>
          </p:cNvPr>
          <p:cNvSpPr/>
          <p:nvPr/>
        </p:nvSpPr>
        <p:spPr>
          <a:xfrm>
            <a:off x="3346704" y="3200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CE688"/>
                </a:solidFill>
                <a:hlinkClick r:id="rId1" invalidUrl="" action="" tgtFrame="" tooltip="Click to open slide transitions in brows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🚀 OPEN ANIMATED WEB SLIDESHOW (CLICK HERE)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Presented by: Core Engineering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7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THIS APPLICATION?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0" y="320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E688"/>
                </a:solidFill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</a:rPr>
              <a:t>An all-in-one administration and developer environment designed to consolidate multiple database engines into a single secure control plane.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Unified Query Hub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Allows developers to write and run queries across MySQL, MongoDB, and PostgreSQL using a single web console.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331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Role &amp; Privilege Orchestrator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Provides administrators a UI to manage database roles, grant CREATEDB/CREATEROLE options, and alter passwords.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03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SaaS Backup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977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Exports selective schemas or complete server data dumps without requiring native shell CLI tools.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56616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703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Compliance Auditing Logs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977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Chronologically logs all logins, query actions, restores, and exports to support enterprise auditing.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7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SHOULD YOU USE IT?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0" y="320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E688"/>
                </a:solidFill>
              </a:rPr>
              <a:t>VALUE PROPOSITION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🚫 Eliminate Tool Context-Switching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Stop switching between pgAdmin, Compass, and Command Lines. Run relational SQL and document NoSQL queries side-by-side.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🛡️ Mitigate Data Destruction Risks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Enforce access rules. Restrict destructive DDL operations (DROP, TRUNCATE) for developer roles, preventing accidental data loss.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83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📜 Absolute Audit Compliance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Every connection test, query ran, export, and credentials change creates an immutable trail. Indispensable for security certifications.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383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🔄 Safe Rollback Restores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37033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All database restores execute inside transactional blocks (BEGIN/COMMIT). If a query fails, the system automatically rolls back cleanly.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7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TECH STACK &amp; CONNECTION POOLS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0" y="320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E688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F86"/>
                </a:solidFill>
              </a:rPr>
              <a:t>React 18 &amp; CSS 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Interactive SPA (Single Page App) built with stateful panels, CSS animations, and direct download links.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F86"/>
                </a:solidFill>
              </a:rPr>
              <a:t>Express.js &amp; JWT Gate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Secure backend handling session tokens, permission verifications, and audit log pipelines.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37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F86"/>
                </a:solidFill>
              </a:rPr>
              <a:t>Driver Pools (pg, mysql2, mongodb)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Pre-established, thread-safe connection pools mapped to Postgres, MySQL, and Mongo servers.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337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F86"/>
                </a:solidFill>
              </a:rPr>
              <a:t>Audit Storage (Mongoose)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6576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Dedicated MongoDB store registering user credentials, configuration secrets, and audit history.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7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CONNECTION MANAGER &amp; SIDEBAR NAV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0" y="320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E688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Securely register, test, and navigate remote database nodes.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🔗 Multi-Server Registration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Connect to remote targets by defining DB Type, Host, Port, Username, and Password.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⚡ Dynamic Tree Navigation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Automated retrieval of schemas, databases, tables, and collections list on connection load.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0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💡 Connection Health Test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Instantly validates credentials and network latency prior to saving connection profiles.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520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🔒 Scope Permissions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794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Restrict connection scopes so only specific user groups or roles can manage them.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7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SQL &amp; NOSQL QUERY EDITOR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0" y="320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E688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Console workspace featuring multi-tab execution, full-screen editing, and instant paginated results.</a:t>
            </a:r>
            <a:endParaRPr lang="en-US" sz="1300" dirty="0"/>
          </a:p>
        </p:txBody>
      </p:sp>
      <p:pic>
        <p:nvPicPr>
          <p:cNvPr id="6" name="Image 0" descr="C:\Users\Dell\OneDrive\Pictures\Desktop\dbmanager\db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554480"/>
            <a:ext cx="658368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98064" y="1554480"/>
            <a:ext cx="6583680" cy="2834640"/>
          </a:xfrm>
          <a:prstGeom prst="rect">
            <a:avLst/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526280"/>
            <a:ext cx="11091672" cy="411480"/>
          </a:xfrm>
          <a:prstGeom prst="rect">
            <a:avLst/>
          </a:prstGeom>
          <a:solidFill>
            <a:srgbClr val="E5F6F6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57200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F86"/>
                </a:solidFill>
              </a:rPr>
              <a:t>✦ Run SQL/NoSQL queries  |  ✦ Auto-saves query history  |  ✦ Fullscreen mode toggles  |  ✦ Records run speed metrics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7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DATABASE USER &amp; ROLE MANAGER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0" y="320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E688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Provision target database credentials, assign built-in access roles, and modify server credentials.</a:t>
            </a:r>
            <a:endParaRPr lang="en-US" sz="1300" dirty="0"/>
          </a:p>
        </p:txBody>
      </p:sp>
      <p:pic>
        <p:nvPicPr>
          <p:cNvPr id="6" name="Image 0" descr="C:\Users\Dell\OneDrive\Pictures\Desktop\dbmanager\user_man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554480"/>
            <a:ext cx="658368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98064" y="1554480"/>
            <a:ext cx="6583680" cy="2834640"/>
          </a:xfrm>
          <a:prstGeom prst="rect">
            <a:avLst/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526280"/>
            <a:ext cx="11091672" cy="411480"/>
          </a:xfrm>
          <a:prstGeom prst="rect">
            <a:avLst/>
          </a:prstGeom>
          <a:solidFill>
            <a:srgbClr val="E5F6F6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57200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F86"/>
                </a:solidFill>
              </a:rPr>
              <a:t>✦ Postgres roles manager  |  ✦ MySQL accounts provisioning  |  ✦ MongoDB namespace scope  |  ✦ Safe credentials reset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7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BACKUP &amp; SELECTIVE EXPORTS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0" y="320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E688"/>
                </a:solidFill>
              </a:rPr>
              <a:t>DATA SAFETY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Extract and download database structure and table rows into standard SQL files.</a:t>
            </a:r>
            <a:endParaRPr lang="en-US" sz="1300" dirty="0"/>
          </a:p>
        </p:txBody>
      </p:sp>
      <p:pic>
        <p:nvPicPr>
          <p:cNvPr id="6" name="Image 0" descr="C:\Users\Dell\OneDrive\Pictures\Desktop\dbmanager\backup_re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554480"/>
            <a:ext cx="658368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98064" y="1554480"/>
            <a:ext cx="6583680" cy="2834640"/>
          </a:xfrm>
          <a:prstGeom prst="rect">
            <a:avLst/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526280"/>
            <a:ext cx="11091672" cy="411480"/>
          </a:xfrm>
          <a:prstGeom prst="rect">
            <a:avLst/>
          </a:prstGeom>
          <a:solidFill>
            <a:srgbClr val="E5F6F6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57200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F86"/>
                </a:solidFill>
              </a:rPr>
              <a:t>✦ Selective database backups  |  ✦ Pure JS schema extraction  |  ✦ Table-level configurations  |  ✦ Document collections JSON dumps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7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TRANSACTIONAL DATABASE RESTORE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0" y="320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E688"/>
                </a:solidFill>
              </a:rPr>
              <a:t>DATA SAFETY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Safe multi-statement SQL script parser that preserves database integrity.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🔄 Transaction Blocks (BEGIN/COMMIT)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Entire SQL script executes inside a database transaction block. Commits only when all queries succeed.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🚫 Automated Rollback on Fail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If any query line in the backup script fails, a ROLLBACK is triggered instantly, leaving target database untouched.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0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🛠️ Multi-Statement SQL Parser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Parses complex multi-line INSERT, CREATE, and ALTER commands sequentially via native driver pipelines.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520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🍃 MongoDB Collection Reconstructor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794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Rebuilds MongoDB collection structures, indexes, and imports documents from structured JSON files.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7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MONITORING &amp; ALERTS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0" y="320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E688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Configure disk usage, execution speed thresholds, and receive real-time notifications.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📈 Real-time Health Dashboards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Provides instant insight into active tables count, DB sizing (MB), and daemon statuses.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⚙️ Customizable Thresholds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Define database metrics alerts (e.g. alert when storage utilization crosses 90%).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0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💬 Slack Webhook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Integrate Incoming Slack Webhooks to post detailed alerting cards directly to IT operations channels.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520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📧 Automated Email Alerts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794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Routes warning notification emails automatically to system administrators on warning thresholds.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7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COMPLIANCE &amp; ACTIVITY AUDIT LOGS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0" y="320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E688"/>
                </a:solidFill>
              </a:rPr>
              <a:t>GOVERNANCE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F86"/>
                </a:solidFill>
              </a:rPr>
              <a:t>Chronological compliance audit trails with support for Excel (CSV), PDF, and printing templates.</a:t>
            </a:r>
            <a:endParaRPr lang="en-US" sz="1300" dirty="0"/>
          </a:p>
        </p:txBody>
      </p:sp>
      <p:pic>
        <p:nvPicPr>
          <p:cNvPr id="6" name="Image 0" descr="C:\Users\Dell\OneDrive\Pictures\Desktop\dbmanager\audit_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554480"/>
            <a:ext cx="658368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98064" y="1554480"/>
            <a:ext cx="6583680" cy="2834640"/>
          </a:xfrm>
          <a:prstGeom prst="rect">
            <a:avLst/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526280"/>
            <a:ext cx="11091672" cy="411480"/>
          </a:xfrm>
          <a:prstGeom prst="rect">
            <a:avLst/>
          </a:prstGeom>
          <a:solidFill>
            <a:srgbClr val="E5F6F6"/>
          </a:solidFill>
          <a:ln w="12700">
            <a:solidFill>
              <a:srgbClr val="0D9D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57200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F86"/>
                </a:solidFill>
              </a:rPr>
              <a:t>✦ Chronological compliance ledger  |  ✦ User, query &amp; date range filters  |  ✦ Real-time Slack notifications  |  ✦ Excel &amp; PDF reports exports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DA4"/>
                </a:solidFill>
              </a:rPr>
              <a:t>CONCLUSION &amp; 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 unified, secure, and audited database workspace.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E688"/>
                </a:solidFill>
              </a:rPr>
              <a:t>Questions &amp; Answers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2026-07-08T06:55:31Z</dcterms:created>
  <dcterms:modified xsi:type="dcterms:W3CDTF">2026-07-08T06:55:31Z</dcterms:modified>
</cp:coreProperties>
</file>