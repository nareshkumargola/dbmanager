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shakyavanshi" userId="b1d5ed2b6c30e88b" providerId="LiveId" clId="{559439DA-1E55-438A-9D20-14F5BDE56AB0}"/>
    <pc:docChg chg="modSld">
      <pc:chgData name="Vishal shakyavanshi" userId="b1d5ed2b6c30e88b" providerId="LiveId" clId="{559439DA-1E55-438A-9D20-14F5BDE56AB0}" dt="2026-09-23T05:42:39.621" v="11" actId="1038"/>
      <pc:docMkLst>
        <pc:docMk/>
      </pc:docMkLst>
      <pc:sldChg chg="modSp mod">
        <pc:chgData name="Vishal shakyavanshi" userId="b1d5ed2b6c30e88b" providerId="LiveId" clId="{559439DA-1E55-438A-9D20-14F5BDE56AB0}" dt="2026-09-23T05:42:39.621" v="11" actId="1038"/>
        <pc:sldMkLst>
          <pc:docMk/>
          <pc:sldMk cId="0" sldId="256"/>
        </pc:sldMkLst>
        <pc:spChg chg="mod">
          <ac:chgData name="Vishal shakyavanshi" userId="b1d5ed2b6c30e88b" providerId="LiveId" clId="{559439DA-1E55-438A-9D20-14F5BDE56AB0}" dt="2026-09-23T05:42:39.621" v="11" actId="1038"/>
          <ac:spMkLst>
            <pc:docMk/>
            <pc:sldMk cId="0" sldId="256"/>
            <ac:spMk id="2" creationId="{00000000-0000-0000-0000-000000000000}"/>
          </ac:spMkLst>
        </pc:spChg>
        <pc:picChg chg="mod">
          <ac:chgData name="Vishal shakyavanshi" userId="b1d5ed2b6c30e88b" providerId="LiveId" clId="{559439DA-1E55-438A-9D20-14F5BDE56AB0}" dt="2026-09-23T05:41:12.970" v="4" actId="1038"/>
          <ac:picMkLst>
            <pc:docMk/>
            <pc:sldMk cId="0" sldId="256"/>
            <ac:picMk id="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724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72A"/>
          </a:solidFill>
          <a:ln w="12700">
            <a:solidFill>
              <a:srgbClr val="0B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ALLATONE DMS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869680" y="6510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operations, unified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50" y="0"/>
            <a:ext cx="12191695" cy="6858000"/>
          </a:xfrm>
          <a:prstGeom prst="rect">
            <a:avLst/>
          </a:prstGeom>
          <a:solidFill>
            <a:srgbClr val="0B172A"/>
          </a:solidFill>
          <a:ln w="12700">
            <a:solidFill>
              <a:srgbClr val="0B17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749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CE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ALLATONE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1481328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Management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86384" y="2971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3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Product, architecture and operations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34930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F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unified control plane for MySQL, PostgreSQL and MongoDB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3813" y="1005840"/>
            <a:ext cx="4663440" cy="3822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84848" y="49926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your hero screenshot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" y="6080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F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walkthrough |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ORIENTATION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presentation covers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45-slide story from business need to deployment and future roadmap.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13232" y="1719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719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and value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7190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unified database control plane matters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2148840"/>
            <a:ext cx="85039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496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496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experience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24963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screens, workflows and user journeys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25880" y="2926080"/>
            <a:ext cx="85039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735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3273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Architecture, APIs, storage and realtime services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25880" y="3703320"/>
            <a:ext cx="85039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050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050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operations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4050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backups, monitoring, audit and deployment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25880" y="4480560"/>
            <a:ext cx="85039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roadmap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48280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Limitations, enhancements and implementation checklist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25880" y="5257800"/>
            <a:ext cx="850392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200" y="1719072"/>
            <a:ext cx="2011680" cy="34015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601200" y="51937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database operations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often manage too many database tools, credentials and operational workflows.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database engines require different tools and habits.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work is spread across query clients, scripts, dashboards and email.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 and evidence collection become inconsistent at scale.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control plane can reduce context switching and operational risk.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DMS answer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Allatone DMS brings administration, monitoring, backup and audit into one web application.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place to register and test connections.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workspace for SQL and NoSQL operations.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security model for users, permissions and protected routes.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operational timeline for health, slow queries, alerts and audit events.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outcomes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designed for speed, control and evidence.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database operations through reusable connections and saved queries.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operational risk with permission checks and restore safeguards.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visibility through health metrics, slow-query panels and live updates.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compliance posture with structured audit records and exportable evidence.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PRODUCT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Allatone DMS at a glance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organized around five operating loops.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73152" cy="12344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240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MySQL, PostgreSQL and MongoDB targets; test and select schemas.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0360" y="173736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173736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81528" y="2240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queries, inspect objects, manage users and work with tabs.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74920" y="173736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737360"/>
            <a:ext cx="73152" cy="1234440"/>
          </a:xfrm>
          <a:prstGeom prst="rect">
            <a:avLst/>
          </a:prstGeom>
          <a:solidFill>
            <a:srgbClr val="168B62"/>
          </a:solidFill>
          <a:ln w="12700">
            <a:solidFill>
              <a:srgbClr val="168B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76088" y="2240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roles, read-only validation, backups and restore controls.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69480" y="173736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737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70648" y="2240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health, slow queries, binlog events and alerts.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64040" y="173736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1737360"/>
            <a:ext cx="73152" cy="123444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65208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65208" y="2240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query history, audit logs and operational evidence.</a:t>
            </a:r>
            <a:endParaRPr lang="en-US" sz="11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1720" y="3429000"/>
            <a:ext cx="7543800" cy="20116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331720" y="5513832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PRODUCT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 personas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platform serves different responsibilities without losing control.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administrator: connections, health, backups, users and recovery.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Developer: query editor, schema browsing, saved queries and history.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lead: alerts, slow queries, monitoring snapshots and status.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 or manager: evidence, permissions, action history and reports.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PRODUCT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end-to-end journey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common workflow from access to evidence.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 and verify the user session.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 approved database connection and schema.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target, run a query or perform an admin action.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result and operational impact.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history or audit evidence and close the task.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onboarding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gate is a protected identity and session flow.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Signup and login flows are exposed through dedicated auth routes.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verification supports account verification and recovery scenarios.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Forgot-password and reset-password flows complete the lifecycle.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tokens and protected routes keep database actions behind authentication.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experience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gives the user an operational starting point.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visibility into registered connections and their current status.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to query, history, monitoring, backup and user workflows.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Widgets and panels keep repeated actions close to the working context.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can surface alerts and health changes without leaving the workspace.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management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 are the foundation for every database operation.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target with type, host, port, username and credential metadata.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connectivity before saving or using a connection.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multiple database servers from one interface.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schemas, databases or collections dynamically at runtime.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selector and schema context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operate in an explicit target context instead of guessing.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connection before opening database-specific features.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schema or database where the backend supports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only allowed connections based on the current user permissions.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selected context available across related pages and tabs.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editor: SQL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editor supports operational queries against MySQL and PostgreSQL.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and execute SQL against a selected connection and schema.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result rows in a readable table for inspection.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execution speed and query metadata for later review.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saved queries and history to reduce repeat work.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editor: NoSQL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operations fit the same control-plane experience.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MongoDB connection and collection context.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supported NoSQL access patterns through the backend.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document-oriented results for inspection and export.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same authentication, permission and audit expectations.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history and saved queries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work becomes discoverable and safer to reuse.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records query activity for review and operational context.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queries preserve known-good commands for recurring tasks.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speed helps identify regressions and slow operations.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can support audits, incident review and team handoffs.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and role management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administration is built into the product rather than handled elsewhere.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and update application users.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roles and fine-grained permission flags.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access to connections, backup, monitoring and user administration.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database-specific user panels for MySQL, PostgreSQL and MongoDB.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and restore experience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workflows are designed to be explicit, visible and controlled.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full database dumps or selective table and schema exports.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JSON export for document collections.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SQL files for restore and validate content before execution.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restore execution with transaction-aware rollback behavior.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and alert experience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turns database signals into operational decisions.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database health, table count, size and connection health.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slow-running queries and threshold-based conditions.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important changes through in-app notifications.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email and Slack webhook notification paths.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and compliance experience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sensitive operation should leave an understandable trail.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login attempts, query activity and user actions.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exports, backups, restores, connection changes and permission updates.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audit records by user, action, query type, connection and date.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structured evidence for governance, incident review and compliance.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layers coordinate the browser, orchestration API and target databases.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103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browser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423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UI, forms, tables, charts and route protection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99232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103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920240"/>
            <a:ext cx="73152" cy="129844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2423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 + React + REST client + Socket.IO client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559552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5943600" y="1920240"/>
            <a:ext cx="2103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920240"/>
            <a:ext cx="73152" cy="1298448"/>
          </a:xfrm>
          <a:prstGeom prst="rect">
            <a:avLst/>
          </a:prstGeom>
          <a:solidFill>
            <a:srgbClr val="168B62"/>
          </a:solidFill>
          <a:ln w="12700">
            <a:solidFill>
              <a:srgbClr val="168B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2423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+ Express + auth + controllers + services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19872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8503920" y="1920240"/>
            <a:ext cx="2103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1920240"/>
            <a:ext cx="73152" cy="1298448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5088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targets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05088" y="2423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metadata plus MySQL, PostgreSQL and MongoDB targets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60520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 + WebSocket events</a:t>
            </a:r>
            <a:endParaRPr lang="en-US" sz="13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3280" y="4160520"/>
            <a:ext cx="5349240" cy="1417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383280" y="5650992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technology stack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is a modern React application with focused data and routing utilities.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 and Vite provide the application runtime and build pipeline.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Router manages pages such as dashboard, query, history and monitoring.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CSS supports consistent layout and responsive UI construction.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Axios, Socket.IO client, Recharts and html2pdf.js support data workflows.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technology stack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backend centralizes API orchestration and operational controls.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and Express expose route groups under the /api namespace.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Mongoose stores application metadata and operational records in MongoDB.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mysql2, pg and mongodb drivers connect to target database engines.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Socket.IO, Nodemailer, Multer, Helmet and rate limiting support operations and security.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surface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groups map cleanly to product capabilities.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 for signup, login, OTP and password lifecycle.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/api/connections for target registration, tests, queries, stats and binlog.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/api/db/mysql and /api/db/mongo for database-specific operations.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/api/history, /api/slow-queries, /api/monitor and /api/audit-logs for visibility.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/api/users, /api/saved-queries and /api/user-tabs for administration and workspace state.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data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stores DMS metadata while target systems remain operational data sources.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and permissions describe who can do what.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metadata describes where runtime operations happen.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history and saved queries capture reusable work.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logs, monitoring snapshots, alerts and sessions support governance and continuity.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communication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Socket.IO shortens the distance between an event and the operator seeing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Binlog monitoring can stream change events to a connection room.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updates can reach the frontend without manual page refreshes.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streaming keeps operational conditions visible in context.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 lifecycle should be tied to the selected connection and page state.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services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workers extend the request-response API with continuous observation.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Binlog poller service tracks change events from database logs.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monitoring service captures database operational status.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 emit updates to connected frontend clients through Socket.IO.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Polling and service logs are important troubleshooting signals.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is layered across identity, transport, permissions and evidence.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JWT-based authentication protects application sessions.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routes and role checks gate sensitive pages and APIs.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CORS restrictions limit trusted browser origins.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Helmet adds security headers and rate limits reduce abuse risk.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logging makes sensitive actions reviewable after the fact.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access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 should follow the responsibility of the person and the scope of the target.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application roles from database-specific capabilities.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connection-level access rather than exposing every target to every user.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backup, monitoring and user management independently where needed.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read-only query validation for restricted roles.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query execution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query path should balance flexibility with operational guardrails.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restricted queries before execution.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credentials on the backend and out of frontend code.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query metadata for history and audit context.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errors clearly without leaking secrets or sensitive connection details.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and restore safeguards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is powerful, so the workflow must make intent and failure visible.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uploaded SQL content before attempting execution.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transactions where the target engine and operation support them.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changes when a restore statement fails.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backup and restore evidence in logs for review.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signals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monitoring surface combines system health and database workload signals.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health confirms whether a target is reachable.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counts and database size reveal growth and capacity patterns.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queries identify performance hotspots and regressions.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snapshots make trends easier to compare over time.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query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query review connects a signal to a corrective action.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live or historical slow-query views.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by connection, database and time context.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duration and query details.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or route a known query into an optimization workflow.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Binlog and change monitoring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events add a live operational lens for supported database targets.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the selected connection room for live events.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or stop monitoring from the connection context.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change history alongside current events.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stream during incident investigation or data-change review.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 and alerts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should reach the right audience through the right channel.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In-app notifications keep active operators informed.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can support escalation and scheduled communication.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Slack webhooks can bring alerts into the team workflow.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configuration should be explicit and reviewable.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status and health checks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status view helps separate product issues from target database issues.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backend availability and API reachability.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frontend-to-backend routing and CORS behavior.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service and connection failures separately.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status information before escalating a database incident.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topology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packages the backend and frontend for a repeatable local or server deployment.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24231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9933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2331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access over HTTP/HTTPS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24231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828800"/>
            <a:ext cx="73152" cy="13258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19933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container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58768" y="2331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 serves React and proxies /api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0" y="1828800"/>
            <a:ext cx="24231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828800"/>
            <a:ext cx="73152" cy="1325880"/>
          </a:xfrm>
          <a:prstGeom prst="rect">
            <a:avLst/>
          </a:prstGeom>
          <a:solidFill>
            <a:srgbClr val="168B62"/>
          </a:solidFill>
          <a:ln w="12700">
            <a:solidFill>
              <a:srgbClr val="168B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19933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container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47688" y="2331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API on port 5001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35440" y="182880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1828800"/>
            <a:ext cx="73152" cy="132588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36608" y="1993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DB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36608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records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1012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609904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88796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3474720" y="38404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Docker network: dbmanager-network</a:t>
            </a:r>
            <a:endParaRPr lang="en-US" sz="15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40" y="4315968"/>
            <a:ext cx="4754880" cy="12252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749040" y="56144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development setup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supports independent frontend and backend development loops.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dependencies in frontend and backend directories.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MongoDB and any target databases required for testing.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backend with npm run dev.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frontend with npm run dev.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browser to add connections and validate the workflow.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setup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Containerized deployment gives a simple path to a shared environment.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container exposes port 5001.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container exposes port 80.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depends on the backend service.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services join dbmanager-network.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docker-compose up -d to start the stack.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configuration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and environment-specific values stay outside application code.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 controls the backend listener.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MONGODB_URI points to application metadata storage.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CLIENT_URL controls trusted frontend origin behavior.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JWT_SECRET signs and validates authentication tokens.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SMTP, Slack and target database values may be added for integrations.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 and routing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server also acts as the edge for API and SPA navigation.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the built React application from NGINX.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 /api requests to the backend container.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SPA fallback with try_files.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browser routing and backend routing predictable across environments.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evidence lifecycle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audit trail connects identity, action, target and outcome.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who performed an action and when.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target connection and database context.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query, export, backup, restore or permission details where relevant.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evidence for incident review or compliance requests.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logs according to the organization policy.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runbook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runbook makes common incidents repeatable.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system status and backend reachability.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connection credentials, host, port and network access.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service logs and recent audit activity.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permissions before retrying a protected operation.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the outcome in the incident or change record.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 guide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documentation already maps common failures to focused checks.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failure: verify MONGODB_URI and service availability.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cannot reach backend: check CORS, port and NGINX proxy.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test fails: validate credentials, host, port and network.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alerts: inspect polling configuration and service logs.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foundation is strong, with clear areas for maturation.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deployment pipelines are still an enhancement area.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and integration test coverage should grow with the product.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can evolve toward more advanced policy rules.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management and backup retention can be centralized further.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UI customization remains an opportunity.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enhancement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roadmap turns a capable product into a more governed platform.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configuration and secrets management.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Richer audit dashboards and report generation.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RBAC and policy engine.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deployment support and CI/CD automation.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410565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050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database health scoring and trend analysis.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checklist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launch checklist for a new environment.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frontend and backend dependencies.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94944" y="231343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212848"/>
            <a:ext cx="5239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environment variables and start MongoDB.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94944" y="278892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88336"/>
            <a:ext cx="5239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backend and frontend services.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94944" y="326440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163824"/>
            <a:ext cx="5239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and test database connections.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94944" y="3739896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39312"/>
            <a:ext cx="5239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users and configure access roles.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94944" y="4215384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114800"/>
            <a:ext cx="5239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query, backup, restore, monitoring and audit workflows.</a:t>
            </a:r>
            <a:endParaRPr lang="en-US" sz="132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040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Allatone DMS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97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control plane for teams that need database speed with operational discipline.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 database operations across multiple engines.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2404872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access, execution, monitoring and recovery visible.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71800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evidence into daily workflows instead of adding it later.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538728"/>
            <a:ext cx="91440" cy="9144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38144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foundation for stronger automation and governance.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720" y="1417320"/>
            <a:ext cx="4736592" cy="3977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546811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screenshot later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3617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3127</Words>
  <Application>Microsoft Office PowerPoint</Application>
  <PresentationFormat>Widescreen</PresentationFormat>
  <Paragraphs>513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Allatone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Allatone DMS - Product and Technical Presentation</dc:title>
  <dc:subject>Database Management System</dc:subject>
  <dc:creator>Allatone DMS</dc:creator>
  <cp:lastModifiedBy>Vishal shakyavanshi</cp:lastModifiedBy>
  <cp:revision>2</cp:revision>
  <dcterms:created xsi:type="dcterms:W3CDTF">2026-09-23T05:38:23Z</dcterms:created>
  <dcterms:modified xsi:type="dcterms:W3CDTF">2026-09-23T05:53:48Z</dcterms:modified>
</cp:coreProperties>
</file>